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33.xml" ContentType="application/vnd.openxmlformats-officedocument.customXmlProperties+xml"/>
  <Override PartName="/customXml/itemProps134.xml" ContentType="application/vnd.openxmlformats-officedocument.customXmlProperties+xml"/>
  <Override PartName="/customXml/itemProps135.xml" ContentType="application/vnd.openxmlformats-officedocument.customXmlProperties+xml"/>
  <Override PartName="/customXml/itemProps136.xml" ContentType="application/vnd.openxmlformats-officedocument.customXmlProperties+xml"/>
  <Override PartName="/customXml/itemProps137.xml" ContentType="application/vnd.openxmlformats-officedocument.customXmlProperties+xml"/>
  <Override PartName="/customXml/itemProps138.xml" ContentType="application/vnd.openxmlformats-officedocument.customXmlProperties+xml"/>
  <Override PartName="/customXml/itemProps139.xml" ContentType="application/vnd.openxmlformats-officedocument.customXmlProperties+xml"/>
  <Override PartName="/customXml/itemProps140.xml" ContentType="application/vnd.openxmlformats-officedocument.customXmlProperties+xml"/>
  <Override PartName="/customXml/itemProps141.xml" ContentType="application/vnd.openxmlformats-officedocument.customXmlProperties+xml"/>
  <Override PartName="/customXml/itemProps142.xml" ContentType="application/vnd.openxmlformats-officedocument.customXmlProperties+xml"/>
  <Override PartName="/customXml/itemProps143.xml" ContentType="application/vnd.openxmlformats-officedocument.customXmlProperties+xml"/>
  <Override PartName="/customXml/itemProps144.xml" ContentType="application/vnd.openxmlformats-officedocument.customXmlProperties+xml"/>
  <Override PartName="/customXml/itemProps145.xml" ContentType="application/vnd.openxmlformats-officedocument.customXmlProperties+xml"/>
  <Override PartName="/customXml/itemProps146.xml" ContentType="application/vnd.openxmlformats-officedocument.customXmlProperties+xml"/>
  <Override PartName="/customXml/itemProps147.xml" ContentType="application/vnd.openxmlformats-officedocument.customXmlProperties+xml"/>
  <Override PartName="/customXml/itemProps148.xml" ContentType="application/vnd.openxmlformats-officedocument.customXmlProperties+xml"/>
  <Override PartName="/customXml/itemProps149.xml" ContentType="application/vnd.openxmlformats-officedocument.customXmlProperties+xml"/>
  <Override PartName="/customXml/itemProps150.xml" ContentType="application/vnd.openxmlformats-officedocument.customXmlProperties+xml"/>
  <Override PartName="/customXml/itemProps151.xml" ContentType="application/vnd.openxmlformats-officedocument.customXmlProperties+xml"/>
  <Override PartName="/customXml/itemProps152.xml" ContentType="application/vnd.openxmlformats-officedocument.customXmlProperties+xml"/>
  <Override PartName="/customXml/itemProps153.xml" ContentType="application/vnd.openxmlformats-officedocument.customXmlProperties+xml"/>
  <Override PartName="/customXml/itemProps154.xml" ContentType="application/vnd.openxmlformats-officedocument.customXmlProperties+xml"/>
  <Override PartName="/customXml/itemProps155.xml" ContentType="application/vnd.openxmlformats-officedocument.customXmlProperties+xml"/>
  <Override PartName="/customXml/itemProps156.xml" ContentType="application/vnd.openxmlformats-officedocument.customXmlProperties+xml"/>
  <Override PartName="/customXml/itemProps157.xml" ContentType="application/vnd.openxmlformats-officedocument.customXmlProperties+xml"/>
  <Override PartName="/customXml/itemProps158.xml" ContentType="application/vnd.openxmlformats-officedocument.customXmlProperties+xml"/>
  <Override PartName="/customXml/itemProps159.xml" ContentType="application/vnd.openxmlformats-officedocument.customXmlProperties+xml"/>
  <Override PartName="/customXml/itemProps160.xml" ContentType="application/vnd.openxmlformats-officedocument.customXmlProperties+xml"/>
  <Override PartName="/customXml/itemProps161.xml" ContentType="application/vnd.openxmlformats-officedocument.customXmlProperties+xml"/>
  <Override PartName="/customXml/itemProps162.xml" ContentType="application/vnd.openxmlformats-officedocument.customXmlProperties+xml"/>
  <Override PartName="/customXml/itemProps163.xml" ContentType="application/vnd.openxmlformats-officedocument.customXmlProperties+xml"/>
  <Override PartName="/customXml/itemProps164.xml" ContentType="application/vnd.openxmlformats-officedocument.customXmlProperties+xml"/>
  <Override PartName="/customXml/itemProps165.xml" ContentType="application/vnd.openxmlformats-officedocument.customXmlProperties+xml"/>
  <Override PartName="/customXml/itemProps166.xml" ContentType="application/vnd.openxmlformats-officedocument.customXmlProperties+xml"/>
  <Override PartName="/customXml/itemProps167.xml" ContentType="application/vnd.openxmlformats-officedocument.customXmlProperties+xml"/>
  <Override PartName="/customXml/itemProps168.xml" ContentType="application/vnd.openxmlformats-officedocument.customXmlProperties+xml"/>
  <Override PartName="/customXml/itemProps169.xml" ContentType="application/vnd.openxmlformats-officedocument.customXmlProperties+xml"/>
  <Override PartName="/customXml/itemProps170.xml" ContentType="application/vnd.openxmlformats-officedocument.customXmlProperties+xml"/>
  <Override PartName="/customXml/itemProps171.xml" ContentType="application/vnd.openxmlformats-officedocument.customXmlProperties+xml"/>
  <Override PartName="/customXml/itemProps172.xml" ContentType="application/vnd.openxmlformats-officedocument.customXmlProperties+xml"/>
  <Override PartName="/customXml/itemProps173.xml" ContentType="application/vnd.openxmlformats-officedocument.customXmlProperties+xml"/>
  <Override PartName="/customXml/itemProps174.xml" ContentType="application/vnd.openxmlformats-officedocument.customXmlProperties+xml"/>
  <Override PartName="/customXml/itemProps175.xml" ContentType="application/vnd.openxmlformats-officedocument.customXmlProperties+xml"/>
  <Override PartName="/customXml/itemProps176.xml" ContentType="application/vnd.openxmlformats-officedocument.customXmlProperties+xml"/>
  <Override PartName="/customXml/itemProps177.xml" ContentType="application/vnd.openxmlformats-officedocument.customXmlProperties+xml"/>
  <Override PartName="/customXml/itemProps178.xml" ContentType="application/vnd.openxmlformats-officedocument.customXmlProperties+xml"/>
  <Override PartName="/customXml/itemProps179.xml" ContentType="application/vnd.openxmlformats-officedocument.customXmlProperties+xml"/>
  <Override PartName="/customXml/itemProps180.xml" ContentType="application/vnd.openxmlformats-officedocument.customXmlProperties+xml"/>
  <Override PartName="/customXml/itemProps181.xml" ContentType="application/vnd.openxmlformats-officedocument.customXmlProperties+xml"/>
  <Override PartName="/customXml/itemProps182.xml" ContentType="application/vnd.openxmlformats-officedocument.customXmlProperties+xml"/>
  <Override PartName="/customXml/itemProps183.xml" ContentType="application/vnd.openxmlformats-officedocument.customXmlProperties+xml"/>
  <Override PartName="/customXml/itemProps184.xml" ContentType="application/vnd.openxmlformats-officedocument.customXmlProperties+xml"/>
  <Override PartName="/customXml/itemProps185.xml" ContentType="application/vnd.openxmlformats-officedocument.customXmlProperties+xml"/>
  <Override PartName="/customXml/itemProps186.xml" ContentType="application/vnd.openxmlformats-officedocument.customXmlProperties+xml"/>
  <Override PartName="/customXml/itemProps187.xml" ContentType="application/vnd.openxmlformats-officedocument.customXmlProperties+xml"/>
  <Override PartName="/customXml/itemProps188.xml" ContentType="application/vnd.openxmlformats-officedocument.customXmlProperties+xml"/>
  <Override PartName="/customXml/itemProps189.xml" ContentType="application/vnd.openxmlformats-officedocument.customXmlProperties+xml"/>
  <Override PartName="/customXml/itemProps190.xml" ContentType="application/vnd.openxmlformats-officedocument.customXmlProperties+xml"/>
  <Override PartName="/customXml/itemProps191.xml" ContentType="application/vnd.openxmlformats-officedocument.customXmlProperties+xml"/>
  <Override PartName="/customXml/itemProps192.xml" ContentType="application/vnd.openxmlformats-officedocument.customXmlProperties+xml"/>
  <Override PartName="/customXml/itemProps193.xml" ContentType="application/vnd.openxmlformats-officedocument.customXmlProperties+xml"/>
  <Override PartName="/customXml/itemProps194.xml" ContentType="application/vnd.openxmlformats-officedocument.customXmlProperties+xml"/>
  <Override PartName="/customXml/itemProps195.xml" ContentType="application/vnd.openxmlformats-officedocument.customXmlProperties+xml"/>
  <Override PartName="/customXml/itemProps196.xml" ContentType="application/vnd.openxmlformats-officedocument.customXmlProperties+xml"/>
  <Override PartName="/customXml/itemProps197.xml" ContentType="application/vnd.openxmlformats-officedocument.customXmlProperties+xml"/>
  <Override PartName="/customXml/itemProps19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99"/>
  </p:sldMasterIdLst>
  <p:sldIdLst>
    <p:sldId id="256" r:id="rId200"/>
    <p:sldId id="293" r:id="rId201"/>
    <p:sldId id="300" r:id="rId202"/>
    <p:sldId id="257" r:id="rId203"/>
    <p:sldId id="261" r:id="rId204"/>
    <p:sldId id="266" r:id="rId205"/>
    <p:sldId id="301" r:id="rId206"/>
    <p:sldId id="306" r:id="rId207"/>
    <p:sldId id="258" r:id="rId208"/>
    <p:sldId id="264" r:id="rId209"/>
    <p:sldId id="309" r:id="rId210"/>
    <p:sldId id="308" r:id="rId211"/>
    <p:sldId id="302" r:id="rId212"/>
    <p:sldId id="307" r:id="rId213"/>
    <p:sldId id="303" r:id="rId214"/>
    <p:sldId id="304" r:id="rId215"/>
    <p:sldId id="305" r:id="rId216"/>
    <p:sldId id="268" r:id="rId217"/>
    <p:sldId id="276" r:id="rId218"/>
    <p:sldId id="270" r:id="rId219"/>
    <p:sldId id="278" r:id="rId220"/>
    <p:sldId id="271" r:id="rId221"/>
    <p:sldId id="279" r:id="rId222"/>
    <p:sldId id="272" r:id="rId223"/>
    <p:sldId id="280" r:id="rId224"/>
    <p:sldId id="273" r:id="rId225"/>
    <p:sldId id="282" r:id="rId2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y Unterseher" initials="AU" lastIdx="1" clrIdx="0">
    <p:extLst>
      <p:ext uri="{19B8F6BF-5375-455C-9EA6-DF929625EA0E}">
        <p15:presenceInfo xmlns:p15="http://schemas.microsoft.com/office/powerpoint/2012/main" userId="S::aunterseher@dontpaniclabs.com::f449bed7-479a-4dcb-b930-24e87867ada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635AF-8DF7-4C77-9B0F-D584A174F031}" v="233" dt="2020-04-17T18:01:47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176" d="100"/>
          <a:sy n="176" d="100"/>
        </p:scale>
        <p:origin x="134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customXml" Target="../customXml/item117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63" Type="http://schemas.openxmlformats.org/officeDocument/2006/relationships/customXml" Target="../customXml/item63.xml"/><Relationship Id="rId84" Type="http://schemas.openxmlformats.org/officeDocument/2006/relationships/customXml" Target="../customXml/item84.xml"/><Relationship Id="rId138" Type="http://schemas.openxmlformats.org/officeDocument/2006/relationships/customXml" Target="../customXml/item138.xml"/><Relationship Id="rId159" Type="http://schemas.openxmlformats.org/officeDocument/2006/relationships/customXml" Target="../customXml/item159.xml"/><Relationship Id="rId170" Type="http://schemas.openxmlformats.org/officeDocument/2006/relationships/customXml" Target="../customXml/item170.xml"/><Relationship Id="rId191" Type="http://schemas.openxmlformats.org/officeDocument/2006/relationships/customXml" Target="../customXml/item191.xml"/><Relationship Id="rId205" Type="http://schemas.openxmlformats.org/officeDocument/2006/relationships/slide" Target="slides/slide6.xml"/><Relationship Id="rId226" Type="http://schemas.openxmlformats.org/officeDocument/2006/relationships/slide" Target="slides/slide27.xml"/><Relationship Id="rId107" Type="http://schemas.openxmlformats.org/officeDocument/2006/relationships/customXml" Target="../customXml/item107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53" Type="http://schemas.openxmlformats.org/officeDocument/2006/relationships/customXml" Target="../customXml/item53.xml"/><Relationship Id="rId74" Type="http://schemas.openxmlformats.org/officeDocument/2006/relationships/customXml" Target="../customXml/item74.xml"/><Relationship Id="rId128" Type="http://schemas.openxmlformats.org/officeDocument/2006/relationships/customXml" Target="../customXml/item128.xml"/><Relationship Id="rId149" Type="http://schemas.openxmlformats.org/officeDocument/2006/relationships/customXml" Target="../customXml/item149.xml"/><Relationship Id="rId5" Type="http://schemas.openxmlformats.org/officeDocument/2006/relationships/customXml" Target="../customXml/item5.xml"/><Relationship Id="rId95" Type="http://schemas.openxmlformats.org/officeDocument/2006/relationships/customXml" Target="../customXml/item95.xml"/><Relationship Id="rId160" Type="http://schemas.openxmlformats.org/officeDocument/2006/relationships/customXml" Target="../customXml/item160.xml"/><Relationship Id="rId181" Type="http://schemas.openxmlformats.org/officeDocument/2006/relationships/customXml" Target="../customXml/item181.xml"/><Relationship Id="rId216" Type="http://schemas.openxmlformats.org/officeDocument/2006/relationships/slide" Target="slides/slide17.xml"/><Relationship Id="rId22" Type="http://schemas.openxmlformats.org/officeDocument/2006/relationships/customXml" Target="../customXml/item22.xml"/><Relationship Id="rId43" Type="http://schemas.openxmlformats.org/officeDocument/2006/relationships/customXml" Target="../customXml/item43.xml"/><Relationship Id="rId64" Type="http://schemas.openxmlformats.org/officeDocument/2006/relationships/customXml" Target="../customXml/item64.xml"/><Relationship Id="rId118" Type="http://schemas.openxmlformats.org/officeDocument/2006/relationships/customXml" Target="../customXml/item118.xml"/><Relationship Id="rId139" Type="http://schemas.openxmlformats.org/officeDocument/2006/relationships/customXml" Target="../customXml/item139.xml"/><Relationship Id="rId85" Type="http://schemas.openxmlformats.org/officeDocument/2006/relationships/customXml" Target="../customXml/item85.xml"/><Relationship Id="rId150" Type="http://schemas.openxmlformats.org/officeDocument/2006/relationships/customXml" Target="../customXml/item150.xml"/><Relationship Id="rId171" Type="http://schemas.openxmlformats.org/officeDocument/2006/relationships/customXml" Target="../customXml/item171.xml"/><Relationship Id="rId192" Type="http://schemas.openxmlformats.org/officeDocument/2006/relationships/customXml" Target="../customXml/item192.xml"/><Relationship Id="rId206" Type="http://schemas.openxmlformats.org/officeDocument/2006/relationships/slide" Target="slides/slide7.xml"/><Relationship Id="rId227" Type="http://schemas.openxmlformats.org/officeDocument/2006/relationships/commentAuthors" Target="commentAuthors.xml"/><Relationship Id="rId12" Type="http://schemas.openxmlformats.org/officeDocument/2006/relationships/customXml" Target="../customXml/item12.xml"/><Relationship Id="rId33" Type="http://schemas.openxmlformats.org/officeDocument/2006/relationships/customXml" Target="../customXml/item33.xml"/><Relationship Id="rId108" Type="http://schemas.openxmlformats.org/officeDocument/2006/relationships/customXml" Target="../customXml/item108.xml"/><Relationship Id="rId129" Type="http://schemas.openxmlformats.org/officeDocument/2006/relationships/customXml" Target="../customXml/item129.xml"/><Relationship Id="rId54" Type="http://schemas.openxmlformats.org/officeDocument/2006/relationships/customXml" Target="../customXml/item54.xml"/><Relationship Id="rId75" Type="http://schemas.openxmlformats.org/officeDocument/2006/relationships/customXml" Target="../customXml/item75.xml"/><Relationship Id="rId96" Type="http://schemas.openxmlformats.org/officeDocument/2006/relationships/customXml" Target="../customXml/item96.xml"/><Relationship Id="rId140" Type="http://schemas.openxmlformats.org/officeDocument/2006/relationships/customXml" Target="../customXml/item140.xml"/><Relationship Id="rId161" Type="http://schemas.openxmlformats.org/officeDocument/2006/relationships/customXml" Target="../customXml/item161.xml"/><Relationship Id="rId182" Type="http://schemas.openxmlformats.org/officeDocument/2006/relationships/customXml" Target="../customXml/item182.xml"/><Relationship Id="rId217" Type="http://schemas.openxmlformats.org/officeDocument/2006/relationships/slide" Target="slides/slide18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119" Type="http://schemas.openxmlformats.org/officeDocument/2006/relationships/customXml" Target="../customXml/item119.xml"/><Relationship Id="rId44" Type="http://schemas.openxmlformats.org/officeDocument/2006/relationships/customXml" Target="../customXml/item44.xml"/><Relationship Id="rId65" Type="http://schemas.openxmlformats.org/officeDocument/2006/relationships/customXml" Target="../customXml/item65.xml"/><Relationship Id="rId86" Type="http://schemas.openxmlformats.org/officeDocument/2006/relationships/customXml" Target="../customXml/item86.xml"/><Relationship Id="rId130" Type="http://schemas.openxmlformats.org/officeDocument/2006/relationships/customXml" Target="../customXml/item130.xml"/><Relationship Id="rId151" Type="http://schemas.openxmlformats.org/officeDocument/2006/relationships/customXml" Target="../customXml/item151.xml"/><Relationship Id="rId172" Type="http://schemas.openxmlformats.org/officeDocument/2006/relationships/customXml" Target="../customXml/item172.xml"/><Relationship Id="rId193" Type="http://schemas.openxmlformats.org/officeDocument/2006/relationships/customXml" Target="../customXml/item193.xml"/><Relationship Id="rId207" Type="http://schemas.openxmlformats.org/officeDocument/2006/relationships/slide" Target="slides/slide8.xml"/><Relationship Id="rId228" Type="http://schemas.openxmlformats.org/officeDocument/2006/relationships/presProps" Target="presProps.xml"/><Relationship Id="rId13" Type="http://schemas.openxmlformats.org/officeDocument/2006/relationships/customXml" Target="../customXml/item13.xml"/><Relationship Id="rId109" Type="http://schemas.openxmlformats.org/officeDocument/2006/relationships/customXml" Target="../customXml/item109.xml"/><Relationship Id="rId34" Type="http://schemas.openxmlformats.org/officeDocument/2006/relationships/customXml" Target="../customXml/item34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20" Type="http://schemas.openxmlformats.org/officeDocument/2006/relationships/customXml" Target="../customXml/item120.xml"/><Relationship Id="rId141" Type="http://schemas.openxmlformats.org/officeDocument/2006/relationships/customXml" Target="../customXml/item141.xml"/><Relationship Id="rId7" Type="http://schemas.openxmlformats.org/officeDocument/2006/relationships/customXml" Target="../customXml/item7.xml"/><Relationship Id="rId162" Type="http://schemas.openxmlformats.org/officeDocument/2006/relationships/customXml" Target="../customXml/item162.xml"/><Relationship Id="rId183" Type="http://schemas.openxmlformats.org/officeDocument/2006/relationships/customXml" Target="../customXml/item183.xml"/><Relationship Id="rId218" Type="http://schemas.openxmlformats.org/officeDocument/2006/relationships/slide" Target="slides/slide19.xml"/><Relationship Id="rId24" Type="http://schemas.openxmlformats.org/officeDocument/2006/relationships/customXml" Target="../customXml/item24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131" Type="http://schemas.openxmlformats.org/officeDocument/2006/relationships/customXml" Target="../customXml/item131.xml"/><Relationship Id="rId152" Type="http://schemas.openxmlformats.org/officeDocument/2006/relationships/customXml" Target="../customXml/item152.xml"/><Relationship Id="rId173" Type="http://schemas.openxmlformats.org/officeDocument/2006/relationships/customXml" Target="../customXml/item173.xml"/><Relationship Id="rId194" Type="http://schemas.openxmlformats.org/officeDocument/2006/relationships/customXml" Target="../customXml/item194.xml"/><Relationship Id="rId208" Type="http://schemas.openxmlformats.org/officeDocument/2006/relationships/slide" Target="slides/slide9.xml"/><Relationship Id="rId229" Type="http://schemas.openxmlformats.org/officeDocument/2006/relationships/viewProps" Target="viewProps.xml"/><Relationship Id="rId14" Type="http://schemas.openxmlformats.org/officeDocument/2006/relationships/customXml" Target="../customXml/item14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8" Type="http://schemas.openxmlformats.org/officeDocument/2006/relationships/customXml" Target="../customXml/item8.xml"/><Relationship Id="rId98" Type="http://schemas.openxmlformats.org/officeDocument/2006/relationships/customXml" Target="../customXml/item98.xml"/><Relationship Id="rId121" Type="http://schemas.openxmlformats.org/officeDocument/2006/relationships/customXml" Target="../customXml/item121.xml"/><Relationship Id="rId142" Type="http://schemas.openxmlformats.org/officeDocument/2006/relationships/customXml" Target="../customXml/item142.xml"/><Relationship Id="rId163" Type="http://schemas.openxmlformats.org/officeDocument/2006/relationships/customXml" Target="../customXml/item163.xml"/><Relationship Id="rId184" Type="http://schemas.openxmlformats.org/officeDocument/2006/relationships/customXml" Target="../customXml/item184.xml"/><Relationship Id="rId219" Type="http://schemas.openxmlformats.org/officeDocument/2006/relationships/slide" Target="slides/slide20.xml"/><Relationship Id="rId230" Type="http://schemas.openxmlformats.org/officeDocument/2006/relationships/theme" Target="theme/theme1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111" Type="http://schemas.openxmlformats.org/officeDocument/2006/relationships/customXml" Target="../customXml/item111.xml"/><Relationship Id="rId132" Type="http://schemas.openxmlformats.org/officeDocument/2006/relationships/customXml" Target="../customXml/item132.xml"/><Relationship Id="rId153" Type="http://schemas.openxmlformats.org/officeDocument/2006/relationships/customXml" Target="../customXml/item153.xml"/><Relationship Id="rId174" Type="http://schemas.openxmlformats.org/officeDocument/2006/relationships/customXml" Target="../customXml/item174.xml"/><Relationship Id="rId179" Type="http://schemas.openxmlformats.org/officeDocument/2006/relationships/customXml" Target="../customXml/item179.xml"/><Relationship Id="rId195" Type="http://schemas.openxmlformats.org/officeDocument/2006/relationships/customXml" Target="../customXml/item195.xml"/><Relationship Id="rId209" Type="http://schemas.openxmlformats.org/officeDocument/2006/relationships/slide" Target="slides/slide10.xml"/><Relationship Id="rId190" Type="http://schemas.openxmlformats.org/officeDocument/2006/relationships/customXml" Target="../customXml/item190.xml"/><Relationship Id="rId204" Type="http://schemas.openxmlformats.org/officeDocument/2006/relationships/slide" Target="slides/slide5.xml"/><Relationship Id="rId220" Type="http://schemas.openxmlformats.org/officeDocument/2006/relationships/slide" Target="slides/slide21.xml"/><Relationship Id="rId225" Type="http://schemas.openxmlformats.org/officeDocument/2006/relationships/slide" Target="slides/slide26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27" Type="http://schemas.openxmlformats.org/officeDocument/2006/relationships/customXml" Target="../customXml/item12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customXml" Target="../customXml/item122.xml"/><Relationship Id="rId143" Type="http://schemas.openxmlformats.org/officeDocument/2006/relationships/customXml" Target="../customXml/item143.xml"/><Relationship Id="rId148" Type="http://schemas.openxmlformats.org/officeDocument/2006/relationships/customXml" Target="../customXml/item148.xml"/><Relationship Id="rId164" Type="http://schemas.openxmlformats.org/officeDocument/2006/relationships/customXml" Target="../customXml/item164.xml"/><Relationship Id="rId169" Type="http://schemas.openxmlformats.org/officeDocument/2006/relationships/customXml" Target="../customXml/item169.xml"/><Relationship Id="rId185" Type="http://schemas.openxmlformats.org/officeDocument/2006/relationships/customXml" Target="../customXml/item185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80" Type="http://schemas.openxmlformats.org/officeDocument/2006/relationships/customXml" Target="../customXml/item180.xml"/><Relationship Id="rId210" Type="http://schemas.openxmlformats.org/officeDocument/2006/relationships/slide" Target="slides/slide11.xml"/><Relationship Id="rId215" Type="http://schemas.openxmlformats.org/officeDocument/2006/relationships/slide" Target="slides/slide16.xml"/><Relationship Id="rId26" Type="http://schemas.openxmlformats.org/officeDocument/2006/relationships/customXml" Target="../customXml/item26.xml"/><Relationship Id="rId231" Type="http://schemas.openxmlformats.org/officeDocument/2006/relationships/tableStyles" Target="tableStyles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33" Type="http://schemas.openxmlformats.org/officeDocument/2006/relationships/customXml" Target="../customXml/item133.xml"/><Relationship Id="rId154" Type="http://schemas.openxmlformats.org/officeDocument/2006/relationships/customXml" Target="../customXml/item154.xml"/><Relationship Id="rId175" Type="http://schemas.openxmlformats.org/officeDocument/2006/relationships/customXml" Target="../customXml/item175.xml"/><Relationship Id="rId196" Type="http://schemas.openxmlformats.org/officeDocument/2006/relationships/customXml" Target="../customXml/item196.xml"/><Relationship Id="rId200" Type="http://schemas.openxmlformats.org/officeDocument/2006/relationships/slide" Target="slides/slide1.xml"/><Relationship Id="rId16" Type="http://schemas.openxmlformats.org/officeDocument/2006/relationships/customXml" Target="../customXml/item16.xml"/><Relationship Id="rId221" Type="http://schemas.openxmlformats.org/officeDocument/2006/relationships/slide" Target="slides/slide22.xml"/><Relationship Id="rId37" Type="http://schemas.openxmlformats.org/officeDocument/2006/relationships/customXml" Target="../customXml/item37.xml"/><Relationship Id="rId58" Type="http://schemas.openxmlformats.org/officeDocument/2006/relationships/customXml" Target="../customXml/item58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customXml" Target="../customXml/item123.xml"/><Relationship Id="rId144" Type="http://schemas.openxmlformats.org/officeDocument/2006/relationships/customXml" Target="../customXml/item144.xml"/><Relationship Id="rId90" Type="http://schemas.openxmlformats.org/officeDocument/2006/relationships/customXml" Target="../customXml/item90.xml"/><Relationship Id="rId165" Type="http://schemas.openxmlformats.org/officeDocument/2006/relationships/customXml" Target="../customXml/item165.xml"/><Relationship Id="rId186" Type="http://schemas.openxmlformats.org/officeDocument/2006/relationships/customXml" Target="../customXml/item186.xml"/><Relationship Id="rId211" Type="http://schemas.openxmlformats.org/officeDocument/2006/relationships/slide" Target="slides/slide12.xml"/><Relationship Id="rId232" Type="http://schemas.microsoft.com/office/2016/11/relationships/changesInfo" Target="changesInfos/changesInfo1.xml"/><Relationship Id="rId27" Type="http://schemas.openxmlformats.org/officeDocument/2006/relationships/customXml" Target="../customXml/item27.xml"/><Relationship Id="rId48" Type="http://schemas.openxmlformats.org/officeDocument/2006/relationships/customXml" Target="../customXml/item48.xml"/><Relationship Id="rId69" Type="http://schemas.openxmlformats.org/officeDocument/2006/relationships/customXml" Target="../customXml/item69.xml"/><Relationship Id="rId113" Type="http://schemas.openxmlformats.org/officeDocument/2006/relationships/customXml" Target="../customXml/item113.xml"/><Relationship Id="rId134" Type="http://schemas.openxmlformats.org/officeDocument/2006/relationships/customXml" Target="../customXml/item134.xml"/><Relationship Id="rId80" Type="http://schemas.openxmlformats.org/officeDocument/2006/relationships/customXml" Target="../customXml/item80.xml"/><Relationship Id="rId155" Type="http://schemas.openxmlformats.org/officeDocument/2006/relationships/customXml" Target="../customXml/item155.xml"/><Relationship Id="rId176" Type="http://schemas.openxmlformats.org/officeDocument/2006/relationships/customXml" Target="../customXml/item176.xml"/><Relationship Id="rId197" Type="http://schemas.openxmlformats.org/officeDocument/2006/relationships/customXml" Target="../customXml/item197.xml"/><Relationship Id="rId201" Type="http://schemas.openxmlformats.org/officeDocument/2006/relationships/slide" Target="slides/slide2.xml"/><Relationship Id="rId222" Type="http://schemas.openxmlformats.org/officeDocument/2006/relationships/slide" Target="slides/slide23.xml"/><Relationship Id="rId17" Type="http://schemas.openxmlformats.org/officeDocument/2006/relationships/customXml" Target="../customXml/item17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24" Type="http://schemas.openxmlformats.org/officeDocument/2006/relationships/customXml" Target="../customXml/item124.xml"/><Relationship Id="rId70" Type="http://schemas.openxmlformats.org/officeDocument/2006/relationships/customXml" Target="../customXml/item70.xml"/><Relationship Id="rId91" Type="http://schemas.openxmlformats.org/officeDocument/2006/relationships/customXml" Target="../customXml/item91.xml"/><Relationship Id="rId145" Type="http://schemas.openxmlformats.org/officeDocument/2006/relationships/customXml" Target="../customXml/item145.xml"/><Relationship Id="rId166" Type="http://schemas.openxmlformats.org/officeDocument/2006/relationships/customXml" Target="../customXml/item166.xml"/><Relationship Id="rId187" Type="http://schemas.openxmlformats.org/officeDocument/2006/relationships/customXml" Target="../customXml/item187.xml"/><Relationship Id="rId1" Type="http://schemas.openxmlformats.org/officeDocument/2006/relationships/customXml" Target="../customXml/item1.xml"/><Relationship Id="rId212" Type="http://schemas.openxmlformats.org/officeDocument/2006/relationships/slide" Target="slides/slide13.xml"/><Relationship Id="rId233" Type="http://schemas.microsoft.com/office/2015/10/relationships/revisionInfo" Target="revisionInfo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customXml" Target="../customXml/item114.xml"/><Relationship Id="rId60" Type="http://schemas.openxmlformats.org/officeDocument/2006/relationships/customXml" Target="../customXml/item60.xml"/><Relationship Id="rId81" Type="http://schemas.openxmlformats.org/officeDocument/2006/relationships/customXml" Target="../customXml/item81.xml"/><Relationship Id="rId135" Type="http://schemas.openxmlformats.org/officeDocument/2006/relationships/customXml" Target="../customXml/item135.xml"/><Relationship Id="rId156" Type="http://schemas.openxmlformats.org/officeDocument/2006/relationships/customXml" Target="../customXml/item156.xml"/><Relationship Id="rId177" Type="http://schemas.openxmlformats.org/officeDocument/2006/relationships/customXml" Target="../customXml/item177.xml"/><Relationship Id="rId198" Type="http://schemas.openxmlformats.org/officeDocument/2006/relationships/customXml" Target="../customXml/item198.xml"/><Relationship Id="rId202" Type="http://schemas.openxmlformats.org/officeDocument/2006/relationships/slide" Target="slides/slide3.xml"/><Relationship Id="rId223" Type="http://schemas.openxmlformats.org/officeDocument/2006/relationships/slide" Target="slides/slide24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50" Type="http://schemas.openxmlformats.org/officeDocument/2006/relationships/customXml" Target="../customXml/item50.xml"/><Relationship Id="rId104" Type="http://schemas.openxmlformats.org/officeDocument/2006/relationships/customXml" Target="../customXml/item104.xml"/><Relationship Id="rId125" Type="http://schemas.openxmlformats.org/officeDocument/2006/relationships/customXml" Target="../customXml/item125.xml"/><Relationship Id="rId146" Type="http://schemas.openxmlformats.org/officeDocument/2006/relationships/customXml" Target="../customXml/item146.xml"/><Relationship Id="rId167" Type="http://schemas.openxmlformats.org/officeDocument/2006/relationships/customXml" Target="../customXml/item167.xml"/><Relationship Id="rId188" Type="http://schemas.openxmlformats.org/officeDocument/2006/relationships/customXml" Target="../customXml/item188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13" Type="http://schemas.openxmlformats.org/officeDocument/2006/relationships/slide" Target="slides/slide14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40" Type="http://schemas.openxmlformats.org/officeDocument/2006/relationships/customXml" Target="../customXml/item40.xml"/><Relationship Id="rId115" Type="http://schemas.openxmlformats.org/officeDocument/2006/relationships/customXml" Target="../customXml/item115.xml"/><Relationship Id="rId136" Type="http://schemas.openxmlformats.org/officeDocument/2006/relationships/customXml" Target="../customXml/item136.xml"/><Relationship Id="rId157" Type="http://schemas.openxmlformats.org/officeDocument/2006/relationships/customXml" Target="../customXml/item157.xml"/><Relationship Id="rId178" Type="http://schemas.openxmlformats.org/officeDocument/2006/relationships/customXml" Target="../customXml/item178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9" Type="http://schemas.openxmlformats.org/officeDocument/2006/relationships/slideMaster" Target="slideMasters/slideMaster1.xml"/><Relationship Id="rId203" Type="http://schemas.openxmlformats.org/officeDocument/2006/relationships/slide" Target="slides/slide4.xml"/><Relationship Id="rId19" Type="http://schemas.openxmlformats.org/officeDocument/2006/relationships/customXml" Target="../customXml/item19.xml"/><Relationship Id="rId224" Type="http://schemas.openxmlformats.org/officeDocument/2006/relationships/slide" Target="slides/slide25.xml"/><Relationship Id="rId30" Type="http://schemas.openxmlformats.org/officeDocument/2006/relationships/customXml" Target="../customXml/item30.xml"/><Relationship Id="rId105" Type="http://schemas.openxmlformats.org/officeDocument/2006/relationships/customXml" Target="../customXml/item105.xml"/><Relationship Id="rId126" Type="http://schemas.openxmlformats.org/officeDocument/2006/relationships/customXml" Target="../customXml/item126.xml"/><Relationship Id="rId147" Type="http://schemas.openxmlformats.org/officeDocument/2006/relationships/customXml" Target="../customXml/item147.xml"/><Relationship Id="rId168" Type="http://schemas.openxmlformats.org/officeDocument/2006/relationships/customXml" Target="../customXml/item16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189" Type="http://schemas.openxmlformats.org/officeDocument/2006/relationships/customXml" Target="../customXml/item189.xml"/><Relationship Id="rId3" Type="http://schemas.openxmlformats.org/officeDocument/2006/relationships/customXml" Target="../customXml/item3.xml"/><Relationship Id="rId214" Type="http://schemas.openxmlformats.org/officeDocument/2006/relationships/slide" Target="slides/slide15.xml"/><Relationship Id="rId116" Type="http://schemas.openxmlformats.org/officeDocument/2006/relationships/customXml" Target="../customXml/item116.xml"/><Relationship Id="rId137" Type="http://schemas.openxmlformats.org/officeDocument/2006/relationships/customXml" Target="../customXml/item137.xml"/><Relationship Id="rId158" Type="http://schemas.openxmlformats.org/officeDocument/2006/relationships/customXml" Target="../customXml/item1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Wilkinson" userId="39f87f14-833c-4dc8-9ac0-438dde497fcf" providerId="ADAL" clId="{0B1635AF-8DF7-4C77-9B0F-D584A174F031}"/>
    <pc:docChg chg="undo custSel addSld delSld modSld">
      <pc:chgData name="Nathan Wilkinson" userId="39f87f14-833c-4dc8-9ac0-438dde497fcf" providerId="ADAL" clId="{0B1635AF-8DF7-4C77-9B0F-D584A174F031}" dt="2020-04-20T13:14:16.041" v="1190" actId="47"/>
      <pc:docMkLst>
        <pc:docMk/>
      </pc:docMkLst>
      <pc:sldChg chg="modSp mod">
        <pc:chgData name="Nathan Wilkinson" userId="39f87f14-833c-4dc8-9ac0-438dde497fcf" providerId="ADAL" clId="{0B1635AF-8DF7-4C77-9B0F-D584A174F031}" dt="2020-04-17T14:14:08.301" v="37" actId="20577"/>
        <pc:sldMkLst>
          <pc:docMk/>
          <pc:sldMk cId="1610089155" sldId="256"/>
        </pc:sldMkLst>
        <pc:spChg chg="mod">
          <ac:chgData name="Nathan Wilkinson" userId="39f87f14-833c-4dc8-9ac0-438dde497fcf" providerId="ADAL" clId="{0B1635AF-8DF7-4C77-9B0F-D584A174F031}" dt="2020-04-17T14:13:50.245" v="5" actId="20577"/>
          <ac:spMkLst>
            <pc:docMk/>
            <pc:sldMk cId="1610089155" sldId="256"/>
            <ac:spMk id="2" creationId="{E08C6A70-5529-4C3F-9527-C30FE2B719AD}"/>
          </ac:spMkLst>
        </pc:spChg>
        <pc:spChg chg="mod">
          <ac:chgData name="Nathan Wilkinson" userId="39f87f14-833c-4dc8-9ac0-438dde497fcf" providerId="ADAL" clId="{0B1635AF-8DF7-4C77-9B0F-D584A174F031}" dt="2020-04-17T14:14:08.301" v="37" actId="20577"/>
          <ac:spMkLst>
            <pc:docMk/>
            <pc:sldMk cId="1610089155" sldId="256"/>
            <ac:spMk id="3" creationId="{316408AF-C6F9-47C8-A02A-71E9D84D3DB1}"/>
          </ac:spMkLst>
        </pc:spChg>
      </pc:sldChg>
      <pc:sldChg chg="del">
        <pc:chgData name="Nathan Wilkinson" userId="39f87f14-833c-4dc8-9ac0-438dde497fcf" providerId="ADAL" clId="{0B1635AF-8DF7-4C77-9B0F-D584A174F031}" dt="2020-04-20T13:14:05.165" v="1179" actId="47"/>
        <pc:sldMkLst>
          <pc:docMk/>
          <pc:sldMk cId="1944942508" sldId="259"/>
        </pc:sldMkLst>
      </pc:sldChg>
      <pc:sldChg chg="addSp delSp modSp mod">
        <pc:chgData name="Nathan Wilkinson" userId="39f87f14-833c-4dc8-9ac0-438dde497fcf" providerId="ADAL" clId="{0B1635AF-8DF7-4C77-9B0F-D584A174F031}" dt="2020-04-17T17:55:28.770" v="1000" actId="20577"/>
        <pc:sldMkLst>
          <pc:docMk/>
          <pc:sldMk cId="667474270" sldId="261"/>
        </pc:sldMkLst>
        <pc:spChg chg="del">
          <ac:chgData name="Nathan Wilkinson" userId="39f87f14-833c-4dc8-9ac0-438dde497fcf" providerId="ADAL" clId="{0B1635AF-8DF7-4C77-9B0F-D584A174F031}" dt="2020-04-17T14:14:41.828" v="38" actId="478"/>
          <ac:spMkLst>
            <pc:docMk/>
            <pc:sldMk cId="667474270" sldId="261"/>
            <ac:spMk id="10" creationId="{CD245287-4494-4273-B21E-E27197CC349B}"/>
          </ac:spMkLst>
        </pc:spChg>
        <pc:spChg chg="del">
          <ac:chgData name="Nathan Wilkinson" userId="39f87f14-833c-4dc8-9ac0-438dde497fcf" providerId="ADAL" clId="{0B1635AF-8DF7-4C77-9B0F-D584A174F031}" dt="2020-04-17T14:15:05.001" v="41" actId="478"/>
          <ac:spMkLst>
            <pc:docMk/>
            <pc:sldMk cId="667474270" sldId="261"/>
            <ac:spMk id="14" creationId="{03979009-BC4F-4F53-BC6B-F78B6CDF6298}"/>
          </ac:spMkLst>
        </pc:spChg>
        <pc:spChg chg="del">
          <ac:chgData name="Nathan Wilkinson" userId="39f87f14-833c-4dc8-9ac0-438dde497fcf" providerId="ADAL" clId="{0B1635AF-8DF7-4C77-9B0F-D584A174F031}" dt="2020-04-17T14:15:05.001" v="41" actId="478"/>
          <ac:spMkLst>
            <pc:docMk/>
            <pc:sldMk cId="667474270" sldId="261"/>
            <ac:spMk id="19" creationId="{FBE6C18E-AA57-4A34-AD08-959A6D9367BE}"/>
          </ac:spMkLst>
        </pc:spChg>
        <pc:spChg chg="add mod">
          <ac:chgData name="Nathan Wilkinson" userId="39f87f14-833c-4dc8-9ac0-438dde497fcf" providerId="ADAL" clId="{0B1635AF-8DF7-4C77-9B0F-D584A174F031}" dt="2020-04-17T14:14:46.398" v="40" actId="1076"/>
          <ac:spMkLst>
            <pc:docMk/>
            <pc:sldMk cId="667474270" sldId="261"/>
            <ac:spMk id="20" creationId="{DC243EF9-5F34-48C3-8D2B-9316806A610A}"/>
          </ac:spMkLst>
        </pc:spChg>
        <pc:spChg chg="add mod">
          <ac:chgData name="Nathan Wilkinson" userId="39f87f14-833c-4dc8-9ac0-438dde497fcf" providerId="ADAL" clId="{0B1635AF-8DF7-4C77-9B0F-D584A174F031}" dt="2020-04-17T14:14:46.398" v="40" actId="1076"/>
          <ac:spMkLst>
            <pc:docMk/>
            <pc:sldMk cId="667474270" sldId="261"/>
            <ac:spMk id="21" creationId="{F0C64506-A92F-4B5E-BE2A-1636115F63E0}"/>
          </ac:spMkLst>
        </pc:spChg>
        <pc:spChg chg="add mod">
          <ac:chgData name="Nathan Wilkinson" userId="39f87f14-833c-4dc8-9ac0-438dde497fcf" providerId="ADAL" clId="{0B1635AF-8DF7-4C77-9B0F-D584A174F031}" dt="2020-04-17T14:14:46.398" v="40" actId="1076"/>
          <ac:spMkLst>
            <pc:docMk/>
            <pc:sldMk cId="667474270" sldId="261"/>
            <ac:spMk id="22" creationId="{7201DCAA-35C6-4B85-81AC-890CB344BA00}"/>
          </ac:spMkLst>
        </pc:spChg>
        <pc:spChg chg="del">
          <ac:chgData name="Nathan Wilkinson" userId="39f87f14-833c-4dc8-9ac0-438dde497fcf" providerId="ADAL" clId="{0B1635AF-8DF7-4C77-9B0F-D584A174F031}" dt="2020-04-17T14:15:21.578" v="44" actId="478"/>
          <ac:spMkLst>
            <pc:docMk/>
            <pc:sldMk cId="667474270" sldId="261"/>
            <ac:spMk id="23" creationId="{A1B14731-D759-41AD-9395-568A91EF0E79}"/>
          </ac:spMkLst>
        </pc:spChg>
        <pc:spChg chg="add mod">
          <ac:chgData name="Nathan Wilkinson" userId="39f87f14-833c-4dc8-9ac0-438dde497fcf" providerId="ADAL" clId="{0B1635AF-8DF7-4C77-9B0F-D584A174F031}" dt="2020-04-17T14:15:09.913" v="43" actId="1076"/>
          <ac:spMkLst>
            <pc:docMk/>
            <pc:sldMk cId="667474270" sldId="261"/>
            <ac:spMk id="24" creationId="{DF2C85CF-3CCE-4170-8903-92684E1BE224}"/>
          </ac:spMkLst>
        </pc:spChg>
        <pc:spChg chg="add mod">
          <ac:chgData name="Nathan Wilkinson" userId="39f87f14-833c-4dc8-9ac0-438dde497fcf" providerId="ADAL" clId="{0B1635AF-8DF7-4C77-9B0F-D584A174F031}" dt="2020-04-17T14:15:09.913" v="43" actId="1076"/>
          <ac:spMkLst>
            <pc:docMk/>
            <pc:sldMk cId="667474270" sldId="261"/>
            <ac:spMk id="25" creationId="{9E3BF375-5C67-48C5-92BF-EE751BFC5FC6}"/>
          </ac:spMkLst>
        </pc:spChg>
        <pc:spChg chg="add mod">
          <ac:chgData name="Nathan Wilkinson" userId="39f87f14-833c-4dc8-9ac0-438dde497fcf" providerId="ADAL" clId="{0B1635AF-8DF7-4C77-9B0F-D584A174F031}" dt="2020-04-17T14:15:09.913" v="43" actId="1076"/>
          <ac:spMkLst>
            <pc:docMk/>
            <pc:sldMk cId="667474270" sldId="261"/>
            <ac:spMk id="26" creationId="{29514E92-57C9-4AC5-9861-EAAA048C8F48}"/>
          </ac:spMkLst>
        </pc:spChg>
        <pc:spChg chg="add mod">
          <ac:chgData name="Nathan Wilkinson" userId="39f87f14-833c-4dc8-9ac0-438dde497fcf" providerId="ADAL" clId="{0B1635AF-8DF7-4C77-9B0F-D584A174F031}" dt="2020-04-17T14:15:09.913" v="43" actId="1076"/>
          <ac:spMkLst>
            <pc:docMk/>
            <pc:sldMk cId="667474270" sldId="261"/>
            <ac:spMk id="27" creationId="{BC7F7D99-A15C-4442-A77C-DFCB6CD81A82}"/>
          </ac:spMkLst>
        </pc:spChg>
        <pc:spChg chg="add mod">
          <ac:chgData name="Nathan Wilkinson" userId="39f87f14-833c-4dc8-9ac0-438dde497fcf" providerId="ADAL" clId="{0B1635AF-8DF7-4C77-9B0F-D584A174F031}" dt="2020-04-17T14:15:09.913" v="43" actId="1076"/>
          <ac:spMkLst>
            <pc:docMk/>
            <pc:sldMk cId="667474270" sldId="261"/>
            <ac:spMk id="28" creationId="{AB4A8EA2-D91F-48BE-AD05-5C803899DB40}"/>
          </ac:spMkLst>
        </pc:spChg>
        <pc:spChg chg="add del mod">
          <ac:chgData name="Nathan Wilkinson" userId="39f87f14-833c-4dc8-9ac0-438dde497fcf" providerId="ADAL" clId="{0B1635AF-8DF7-4C77-9B0F-D584A174F031}" dt="2020-04-17T14:40:58.063" v="375" actId="478"/>
          <ac:spMkLst>
            <pc:docMk/>
            <pc:sldMk cId="667474270" sldId="261"/>
            <ac:spMk id="29" creationId="{56D610E1-641E-4E54-8149-18D82F70C349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30" creationId="{F3B86E80-8B75-42E3-B8C8-9CC05DB70180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31" creationId="{147E0C03-8949-4867-B768-CA66C6D8A023}"/>
          </ac:spMkLst>
        </pc:spChg>
        <pc:spChg chg="mod">
          <ac:chgData name="Nathan Wilkinson" userId="39f87f14-833c-4dc8-9ac0-438dde497fcf" providerId="ADAL" clId="{0B1635AF-8DF7-4C77-9B0F-D584A174F031}" dt="2020-04-17T17:53:19.243" v="990" actId="20577"/>
          <ac:spMkLst>
            <pc:docMk/>
            <pc:sldMk cId="667474270" sldId="261"/>
            <ac:spMk id="32" creationId="{EDB6F844-8487-47D7-BA2C-5628E100BC2B}"/>
          </ac:spMkLst>
        </pc:spChg>
        <pc:spChg chg="del">
          <ac:chgData name="Nathan Wilkinson" userId="39f87f14-833c-4dc8-9ac0-438dde497fcf" providerId="ADAL" clId="{0B1635AF-8DF7-4C77-9B0F-D584A174F031}" dt="2020-04-17T17:53:21.090" v="991" actId="478"/>
          <ac:spMkLst>
            <pc:docMk/>
            <pc:sldMk cId="667474270" sldId="261"/>
            <ac:spMk id="33" creationId="{0C342AC3-334C-4DCB-B536-DC6EBFBBB3C4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34" creationId="{FA489116-4432-46F6-8C30-3E222301CB98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35" creationId="{31F55DE2-607C-49A0-845B-E00497C26188}"/>
          </ac:spMkLst>
        </pc:spChg>
        <pc:spChg chg="mod">
          <ac:chgData name="Nathan Wilkinson" userId="39f87f14-833c-4dc8-9ac0-438dde497fcf" providerId="ADAL" clId="{0B1635AF-8DF7-4C77-9B0F-D584A174F031}" dt="2020-04-17T14:15:40.302" v="50" actId="20577"/>
          <ac:spMkLst>
            <pc:docMk/>
            <pc:sldMk cId="667474270" sldId="261"/>
            <ac:spMk id="36" creationId="{C8E862AB-46E2-486D-918F-F6A683399192}"/>
          </ac:spMkLst>
        </pc:spChg>
        <pc:spChg chg="mod">
          <ac:chgData name="Nathan Wilkinson" userId="39f87f14-833c-4dc8-9ac0-438dde497fcf" providerId="ADAL" clId="{0B1635AF-8DF7-4C77-9B0F-D584A174F031}" dt="2020-04-17T14:15:47.535" v="59" actId="20577"/>
          <ac:spMkLst>
            <pc:docMk/>
            <pc:sldMk cId="667474270" sldId="261"/>
            <ac:spMk id="37" creationId="{00682DC3-9104-4754-AC27-9B0CFAED936C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38" creationId="{B1293A8E-0E35-4C65-B1A9-B901BEC82E59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39" creationId="{765D5C57-6874-48AE-B6E2-74E1F14CC359}"/>
          </ac:spMkLst>
        </pc:spChg>
        <pc:spChg chg="add mod">
          <ac:chgData name="Nathan Wilkinson" userId="39f87f14-833c-4dc8-9ac0-438dde497fcf" providerId="ADAL" clId="{0B1635AF-8DF7-4C77-9B0F-D584A174F031}" dt="2020-04-17T14:15:28.455" v="46" actId="1076"/>
          <ac:spMkLst>
            <pc:docMk/>
            <pc:sldMk cId="667474270" sldId="261"/>
            <ac:spMk id="40" creationId="{BBE3AE9E-EEC7-4535-8992-CDA448F6B8CD}"/>
          </ac:spMkLst>
        </pc:spChg>
        <pc:spChg chg="add mod">
          <ac:chgData name="Nathan Wilkinson" userId="39f87f14-833c-4dc8-9ac0-438dde497fcf" providerId="ADAL" clId="{0B1635AF-8DF7-4C77-9B0F-D584A174F031}" dt="2020-04-17T14:16:04.365" v="79" actId="6549"/>
          <ac:spMkLst>
            <pc:docMk/>
            <pc:sldMk cId="667474270" sldId="261"/>
            <ac:spMk id="41" creationId="{9C45D36B-8E03-4418-8180-1C36EAC695CD}"/>
          </ac:spMkLst>
        </pc:spChg>
        <pc:spChg chg="add mod">
          <ac:chgData name="Nathan Wilkinson" userId="39f87f14-833c-4dc8-9ac0-438dde497fcf" providerId="ADAL" clId="{0B1635AF-8DF7-4C77-9B0F-D584A174F031}" dt="2020-04-17T14:47:28.377" v="433" actId="1076"/>
          <ac:spMkLst>
            <pc:docMk/>
            <pc:sldMk cId="667474270" sldId="261"/>
            <ac:spMk id="42" creationId="{FDBD5411-8C6E-4DEB-B3FE-912C68D59C9E}"/>
          </ac:spMkLst>
        </pc:spChg>
        <pc:spChg chg="add mod">
          <ac:chgData name="Nathan Wilkinson" userId="39f87f14-833c-4dc8-9ac0-438dde497fcf" providerId="ADAL" clId="{0B1635AF-8DF7-4C77-9B0F-D584A174F031}" dt="2020-04-17T14:37:31.038" v="372" actId="1076"/>
          <ac:spMkLst>
            <pc:docMk/>
            <pc:sldMk cId="667474270" sldId="261"/>
            <ac:spMk id="43" creationId="{3DCD33DA-7160-4F0F-A824-D5600B57B444}"/>
          </ac:spMkLst>
        </pc:spChg>
        <pc:spChg chg="add mod">
          <ac:chgData name="Nathan Wilkinson" userId="39f87f14-833c-4dc8-9ac0-438dde497fcf" providerId="ADAL" clId="{0B1635AF-8DF7-4C77-9B0F-D584A174F031}" dt="2020-04-17T15:42:01.996" v="441" actId="20577"/>
          <ac:spMkLst>
            <pc:docMk/>
            <pc:sldMk cId="667474270" sldId="261"/>
            <ac:spMk id="44" creationId="{6036FDB8-FE8B-484C-853C-192EF8EFE464}"/>
          </ac:spMkLst>
        </pc:spChg>
        <pc:spChg chg="add del mod">
          <ac:chgData name="Nathan Wilkinson" userId="39f87f14-833c-4dc8-9ac0-438dde497fcf" providerId="ADAL" clId="{0B1635AF-8DF7-4C77-9B0F-D584A174F031}" dt="2020-04-17T17:16:39.041" v="520" actId="478"/>
          <ac:spMkLst>
            <pc:docMk/>
            <pc:sldMk cId="667474270" sldId="261"/>
            <ac:spMk id="45" creationId="{6D07577F-2379-43E4-946A-26FDFFB36138}"/>
          </ac:spMkLst>
        </pc:spChg>
        <pc:spChg chg="add mod">
          <ac:chgData name="Nathan Wilkinson" userId="39f87f14-833c-4dc8-9ac0-438dde497fcf" providerId="ADAL" clId="{0B1635AF-8DF7-4C77-9B0F-D584A174F031}" dt="2020-04-17T17:55:28.770" v="1000" actId="20577"/>
          <ac:spMkLst>
            <pc:docMk/>
            <pc:sldMk cId="667474270" sldId="261"/>
            <ac:spMk id="46" creationId="{BF796103-3A7A-4423-BA49-858E85D503B2}"/>
          </ac:spMkLst>
        </pc:spChg>
      </pc:sldChg>
      <pc:sldChg chg="del">
        <pc:chgData name="Nathan Wilkinson" userId="39f87f14-833c-4dc8-9ac0-438dde497fcf" providerId="ADAL" clId="{0B1635AF-8DF7-4C77-9B0F-D584A174F031}" dt="2020-04-20T13:14:03.251" v="1177" actId="47"/>
        <pc:sldMkLst>
          <pc:docMk/>
          <pc:sldMk cId="3838921500" sldId="262"/>
        </pc:sldMkLst>
      </pc:sldChg>
      <pc:sldChg chg="del">
        <pc:chgData name="Nathan Wilkinson" userId="39f87f14-833c-4dc8-9ac0-438dde497fcf" providerId="ADAL" clId="{0B1635AF-8DF7-4C77-9B0F-D584A174F031}" dt="2020-04-20T13:14:02.578" v="1176" actId="47"/>
        <pc:sldMkLst>
          <pc:docMk/>
          <pc:sldMk cId="1275538051" sldId="263"/>
        </pc:sldMkLst>
      </pc:sldChg>
      <pc:sldChg chg="addSp delSp modSp mod">
        <pc:chgData name="Nathan Wilkinson" userId="39f87f14-833c-4dc8-9ac0-438dde497fcf" providerId="ADAL" clId="{0B1635AF-8DF7-4C77-9B0F-D584A174F031}" dt="2020-04-20T13:10:10.672" v="1077" actId="20577"/>
        <pc:sldMkLst>
          <pc:docMk/>
          <pc:sldMk cId="2319046137" sldId="264"/>
        </pc:sldMkLst>
        <pc:spChg chg="mod">
          <ac:chgData name="Nathan Wilkinson" userId="39f87f14-833c-4dc8-9ac0-438dde497fcf" providerId="ADAL" clId="{0B1635AF-8DF7-4C77-9B0F-D584A174F031}" dt="2020-04-20T13:10:10.672" v="1077" actId="20577"/>
          <ac:spMkLst>
            <pc:docMk/>
            <pc:sldMk cId="2319046137" sldId="264"/>
            <ac:spMk id="9" creationId="{836D72C1-B6B7-4E51-AB2F-8C3152F62305}"/>
          </ac:spMkLst>
        </pc:spChg>
        <pc:spChg chg="mod">
          <ac:chgData name="Nathan Wilkinson" userId="39f87f14-833c-4dc8-9ac0-438dde497fcf" providerId="ADAL" clId="{0B1635AF-8DF7-4C77-9B0F-D584A174F031}" dt="2020-04-17T14:18:53.882" v="104" actId="20577"/>
          <ac:spMkLst>
            <pc:docMk/>
            <pc:sldMk cId="2319046137" sldId="264"/>
            <ac:spMk id="10" creationId="{66B8A2DD-2094-4EBD-BF9D-7B92D5CB46C7}"/>
          </ac:spMkLst>
        </pc:spChg>
        <pc:spChg chg="mod">
          <ac:chgData name="Nathan Wilkinson" userId="39f87f14-833c-4dc8-9ac0-438dde497fcf" providerId="ADAL" clId="{0B1635AF-8DF7-4C77-9B0F-D584A174F031}" dt="2020-04-17T14:18:58.943" v="108" actId="20577"/>
          <ac:spMkLst>
            <pc:docMk/>
            <pc:sldMk cId="2319046137" sldId="264"/>
            <ac:spMk id="11" creationId="{50459620-F90A-44B2-A683-90C6E148B9C5}"/>
          </ac:spMkLst>
        </pc:spChg>
        <pc:spChg chg="del">
          <ac:chgData name="Nathan Wilkinson" userId="39f87f14-833c-4dc8-9ac0-438dde497fcf" providerId="ADAL" clId="{0B1635AF-8DF7-4C77-9B0F-D584A174F031}" dt="2020-04-17T14:19:10.832" v="114" actId="478"/>
          <ac:spMkLst>
            <pc:docMk/>
            <pc:sldMk cId="2319046137" sldId="264"/>
            <ac:spMk id="14" creationId="{243550D7-F40F-4215-A06F-5689319D1FF7}"/>
          </ac:spMkLst>
        </pc:spChg>
        <pc:spChg chg="add del mod">
          <ac:chgData name="Nathan Wilkinson" userId="39f87f14-833c-4dc8-9ac0-438dde497fcf" providerId="ADAL" clId="{0B1635AF-8DF7-4C77-9B0F-D584A174F031}" dt="2020-04-17T17:21:08.523" v="615" actId="478"/>
          <ac:spMkLst>
            <pc:docMk/>
            <pc:sldMk cId="2319046137" sldId="264"/>
            <ac:spMk id="15" creationId="{28813612-84D4-4FF8-8C8C-3FDF5C0CBD86}"/>
          </ac:spMkLst>
        </pc:spChg>
        <pc:spChg chg="del">
          <ac:chgData name="Nathan Wilkinson" userId="39f87f14-833c-4dc8-9ac0-438dde497fcf" providerId="ADAL" clId="{0B1635AF-8DF7-4C77-9B0F-D584A174F031}" dt="2020-04-17T14:19:03.533" v="109" actId="478"/>
          <ac:spMkLst>
            <pc:docMk/>
            <pc:sldMk cId="2319046137" sldId="264"/>
            <ac:spMk id="16" creationId="{804D5051-EF0B-4561-8FE4-F80527585FC1}"/>
          </ac:spMkLst>
        </pc:spChg>
        <pc:spChg chg="mod">
          <ac:chgData name="Nathan Wilkinson" userId="39f87f14-833c-4dc8-9ac0-438dde497fcf" providerId="ADAL" clId="{0B1635AF-8DF7-4C77-9B0F-D584A174F031}" dt="2020-04-17T17:21:32.512" v="621" actId="1076"/>
          <ac:spMkLst>
            <pc:docMk/>
            <pc:sldMk cId="2319046137" sldId="264"/>
            <ac:spMk id="17" creationId="{FF2782A5-EA6E-4F3D-8835-1F628984775D}"/>
          </ac:spMkLst>
        </pc:spChg>
        <pc:spChg chg="add del mod">
          <ac:chgData name="Nathan Wilkinson" userId="39f87f14-833c-4dc8-9ac0-438dde497fcf" providerId="ADAL" clId="{0B1635AF-8DF7-4C77-9B0F-D584A174F031}" dt="2020-04-17T17:21:10.537" v="617" actId="478"/>
          <ac:spMkLst>
            <pc:docMk/>
            <pc:sldMk cId="2319046137" sldId="264"/>
            <ac:spMk id="18" creationId="{7C190D2E-9404-47D3-9DC6-30D0B1ECA796}"/>
          </ac:spMkLst>
        </pc:spChg>
        <pc:spChg chg="del">
          <ac:chgData name="Nathan Wilkinson" userId="39f87f14-833c-4dc8-9ac0-438dde497fcf" providerId="ADAL" clId="{0B1635AF-8DF7-4C77-9B0F-D584A174F031}" dt="2020-04-17T14:19:06.631" v="111" actId="478"/>
          <ac:spMkLst>
            <pc:docMk/>
            <pc:sldMk cId="2319046137" sldId="264"/>
            <ac:spMk id="19" creationId="{1E517485-DB5E-4EE7-BBEA-5DA8B17A2334}"/>
          </ac:spMkLst>
        </pc:spChg>
        <pc:spChg chg="del mod">
          <ac:chgData name="Nathan Wilkinson" userId="39f87f14-833c-4dc8-9ac0-438dde497fcf" providerId="ADAL" clId="{0B1635AF-8DF7-4C77-9B0F-D584A174F031}" dt="2020-04-17T14:19:14.835" v="118" actId="478"/>
          <ac:spMkLst>
            <pc:docMk/>
            <pc:sldMk cId="2319046137" sldId="264"/>
            <ac:spMk id="20" creationId="{C4D20137-A174-491B-8B15-62C19C3A118F}"/>
          </ac:spMkLst>
        </pc:spChg>
        <pc:spChg chg="add mod">
          <ac:chgData name="Nathan Wilkinson" userId="39f87f14-833c-4dc8-9ac0-438dde497fcf" providerId="ADAL" clId="{0B1635AF-8DF7-4C77-9B0F-D584A174F031}" dt="2020-04-17T17:21:29.624" v="620" actId="1076"/>
          <ac:spMkLst>
            <pc:docMk/>
            <pc:sldMk cId="2319046137" sldId="264"/>
            <ac:spMk id="29" creationId="{35D05978-7AC4-48FA-8699-E755CFF234D2}"/>
          </ac:spMkLst>
        </pc:spChg>
        <pc:spChg chg="add mod">
          <ac:chgData name="Nathan Wilkinson" userId="39f87f14-833c-4dc8-9ac0-438dde497fcf" providerId="ADAL" clId="{0B1635AF-8DF7-4C77-9B0F-D584A174F031}" dt="2020-04-17T17:21:16.646" v="618" actId="1076"/>
          <ac:spMkLst>
            <pc:docMk/>
            <pc:sldMk cId="2319046137" sldId="264"/>
            <ac:spMk id="30" creationId="{BF6A0EAF-0EFA-4DFA-B1B2-80CB9C2B8A09}"/>
          </ac:spMkLst>
        </pc:spChg>
        <pc:spChg chg="add mod">
          <ac:chgData name="Nathan Wilkinson" userId="39f87f14-833c-4dc8-9ac0-438dde497fcf" providerId="ADAL" clId="{0B1635AF-8DF7-4C77-9B0F-D584A174F031}" dt="2020-04-17T17:21:25.653" v="619" actId="1076"/>
          <ac:spMkLst>
            <pc:docMk/>
            <pc:sldMk cId="2319046137" sldId="264"/>
            <ac:spMk id="32" creationId="{F5B89348-8A5D-4B93-8F4F-6CCD3BF3BA32}"/>
          </ac:spMkLst>
        </pc:spChg>
        <pc:spChg chg="del">
          <ac:chgData name="Nathan Wilkinson" userId="39f87f14-833c-4dc8-9ac0-438dde497fcf" providerId="ADAL" clId="{0B1635AF-8DF7-4C77-9B0F-D584A174F031}" dt="2020-04-17T14:22:26.439" v="134" actId="478"/>
          <ac:spMkLst>
            <pc:docMk/>
            <pc:sldMk cId="2319046137" sldId="264"/>
            <ac:spMk id="45" creationId="{2514BC5C-7A76-4238-B1C4-C8D4FD1BD408}"/>
          </ac:spMkLst>
        </pc:spChg>
        <pc:cxnChg chg="add del mod">
          <ac:chgData name="Nathan Wilkinson" userId="39f87f14-833c-4dc8-9ac0-438dde497fcf" providerId="ADAL" clId="{0B1635AF-8DF7-4C77-9B0F-D584A174F031}" dt="2020-04-17T17:21:07.254" v="614" actId="478"/>
          <ac:cxnSpMkLst>
            <pc:docMk/>
            <pc:sldMk cId="2319046137" sldId="264"/>
            <ac:cxnSpMk id="22" creationId="{8B584B9B-DB9D-42EE-90A1-AB0285266942}"/>
          </ac:cxnSpMkLst>
        </pc:cxnChg>
        <pc:cxnChg chg="add del mod">
          <ac:chgData name="Nathan Wilkinson" userId="39f87f14-833c-4dc8-9ac0-438dde497fcf" providerId="ADAL" clId="{0B1635AF-8DF7-4C77-9B0F-D584A174F031}" dt="2020-04-17T17:21:09.823" v="616" actId="478"/>
          <ac:cxnSpMkLst>
            <pc:docMk/>
            <pc:sldMk cId="2319046137" sldId="264"/>
            <ac:cxnSpMk id="25" creationId="{1D0CE053-F3BA-494B-AE58-D84AD9226AF1}"/>
          </ac:cxnSpMkLst>
        </pc:cxnChg>
        <pc:cxnChg chg="del mod">
          <ac:chgData name="Nathan Wilkinson" userId="39f87f14-833c-4dc8-9ac0-438dde497fcf" providerId="ADAL" clId="{0B1635AF-8DF7-4C77-9B0F-D584A174F031}" dt="2020-04-17T14:19:10.045" v="113" actId="478"/>
          <ac:cxnSpMkLst>
            <pc:docMk/>
            <pc:sldMk cId="2319046137" sldId="264"/>
            <ac:cxnSpMk id="28" creationId="{BD977B57-2D55-469A-8F14-4EB90A3447D6}"/>
          </ac:cxnSpMkLst>
        </pc:cxnChg>
        <pc:cxnChg chg="del mod">
          <ac:chgData name="Nathan Wilkinson" userId="39f87f14-833c-4dc8-9ac0-438dde497fcf" providerId="ADAL" clId="{0B1635AF-8DF7-4C77-9B0F-D584A174F031}" dt="2020-04-17T14:19:13.828" v="117" actId="478"/>
          <ac:cxnSpMkLst>
            <pc:docMk/>
            <pc:sldMk cId="2319046137" sldId="264"/>
            <ac:cxnSpMk id="31" creationId="{4E67EB63-4480-467E-9243-FB25C44E1806}"/>
          </ac:cxnSpMkLst>
        </pc:cxnChg>
        <pc:cxnChg chg="add mod">
          <ac:chgData name="Nathan Wilkinson" userId="39f87f14-833c-4dc8-9ac0-438dde497fcf" providerId="ADAL" clId="{0B1635AF-8DF7-4C77-9B0F-D584A174F031}" dt="2020-04-17T17:21:16.646" v="618" actId="1076"/>
          <ac:cxnSpMkLst>
            <pc:docMk/>
            <pc:sldMk cId="2319046137" sldId="264"/>
            <ac:cxnSpMk id="33" creationId="{4058CA14-8758-4FFB-BCC1-86A40BB48A7C}"/>
          </ac:cxnSpMkLst>
        </pc:cxnChg>
        <pc:cxnChg chg="del mod">
          <ac:chgData name="Nathan Wilkinson" userId="39f87f14-833c-4dc8-9ac0-438dde497fcf" providerId="ADAL" clId="{0B1635AF-8DF7-4C77-9B0F-D584A174F031}" dt="2020-04-17T14:19:12.996" v="116" actId="478"/>
          <ac:cxnSpMkLst>
            <pc:docMk/>
            <pc:sldMk cId="2319046137" sldId="264"/>
            <ac:cxnSpMk id="34" creationId="{35E107AB-5DC4-4CD8-9428-4A59C0368E27}"/>
          </ac:cxnSpMkLst>
        </pc:cxnChg>
        <pc:cxnChg chg="add mod">
          <ac:chgData name="Nathan Wilkinson" userId="39f87f14-833c-4dc8-9ac0-438dde497fcf" providerId="ADAL" clId="{0B1635AF-8DF7-4C77-9B0F-D584A174F031}" dt="2020-04-17T17:21:25.653" v="619" actId="1076"/>
          <ac:cxnSpMkLst>
            <pc:docMk/>
            <pc:sldMk cId="2319046137" sldId="264"/>
            <ac:cxnSpMk id="35" creationId="{31A7A6CD-56A5-4E87-B863-7385EF03A22B}"/>
          </ac:cxnSpMkLst>
        </pc:cxnChg>
        <pc:cxnChg chg="add mod">
          <ac:chgData name="Nathan Wilkinson" userId="39f87f14-833c-4dc8-9ac0-438dde497fcf" providerId="ADAL" clId="{0B1635AF-8DF7-4C77-9B0F-D584A174F031}" dt="2020-04-17T17:21:32.512" v="621" actId="1076"/>
          <ac:cxnSpMkLst>
            <pc:docMk/>
            <pc:sldMk cId="2319046137" sldId="264"/>
            <ac:cxnSpMk id="36" creationId="{C1495B64-BE12-4A9B-AD80-CA7CB5026631}"/>
          </ac:cxnSpMkLst>
        </pc:cxnChg>
        <pc:cxnChg chg="add mod">
          <ac:chgData name="Nathan Wilkinson" userId="39f87f14-833c-4dc8-9ac0-438dde497fcf" providerId="ADAL" clId="{0B1635AF-8DF7-4C77-9B0F-D584A174F031}" dt="2020-04-17T17:21:29.624" v="620" actId="1076"/>
          <ac:cxnSpMkLst>
            <pc:docMk/>
            <pc:sldMk cId="2319046137" sldId="264"/>
            <ac:cxnSpMk id="37" creationId="{E39F5F26-63EB-4F60-8BB5-A19EA3EA83F8}"/>
          </ac:cxnSpMkLst>
        </pc:cxnChg>
        <pc:cxnChg chg="del mod">
          <ac:chgData name="Nathan Wilkinson" userId="39f87f14-833c-4dc8-9ac0-438dde497fcf" providerId="ADAL" clId="{0B1635AF-8DF7-4C77-9B0F-D584A174F031}" dt="2020-04-17T14:19:07.444" v="112" actId="478"/>
          <ac:cxnSpMkLst>
            <pc:docMk/>
            <pc:sldMk cId="2319046137" sldId="264"/>
            <ac:cxnSpMk id="39" creationId="{FF4F51C9-6FD9-4ED3-8186-2B2935F9918D}"/>
          </ac:cxnSpMkLst>
        </pc:cxnChg>
        <pc:cxnChg chg="del mod">
          <ac:chgData name="Nathan Wilkinson" userId="39f87f14-833c-4dc8-9ac0-438dde497fcf" providerId="ADAL" clId="{0B1635AF-8DF7-4C77-9B0F-D584A174F031}" dt="2020-04-17T14:19:04.553" v="110" actId="478"/>
          <ac:cxnSpMkLst>
            <pc:docMk/>
            <pc:sldMk cId="2319046137" sldId="264"/>
            <ac:cxnSpMk id="42" creationId="{D5A86823-A58B-4F30-8FBD-6DC6AB185EBA}"/>
          </ac:cxnSpMkLst>
        </pc:cxnChg>
        <pc:cxnChg chg="del mod">
          <ac:chgData name="Nathan Wilkinson" userId="39f87f14-833c-4dc8-9ac0-438dde497fcf" providerId="ADAL" clId="{0B1635AF-8DF7-4C77-9B0F-D584A174F031}" dt="2020-04-17T14:22:27.485" v="135" actId="478"/>
          <ac:cxnSpMkLst>
            <pc:docMk/>
            <pc:sldMk cId="2319046137" sldId="264"/>
            <ac:cxnSpMk id="46" creationId="{9C8574F7-3CE9-432A-A853-8C99CD364164}"/>
          </ac:cxnSpMkLst>
        </pc:cxnChg>
        <pc:cxnChg chg="add del">
          <ac:chgData name="Nathan Wilkinson" userId="39f87f14-833c-4dc8-9ac0-438dde497fcf" providerId="ADAL" clId="{0B1635AF-8DF7-4C77-9B0F-D584A174F031}" dt="2020-04-17T14:24:19.853" v="177"/>
          <ac:cxnSpMkLst>
            <pc:docMk/>
            <pc:sldMk cId="2319046137" sldId="264"/>
            <ac:cxnSpMk id="47" creationId="{EBC2AD58-C629-411C-8419-7BEB8E392DD6}"/>
          </ac:cxnSpMkLst>
        </pc:cxnChg>
      </pc:sldChg>
      <pc:sldChg chg="del">
        <pc:chgData name="Nathan Wilkinson" userId="39f87f14-833c-4dc8-9ac0-438dde497fcf" providerId="ADAL" clId="{0B1635AF-8DF7-4C77-9B0F-D584A174F031}" dt="2020-04-20T13:14:05.733" v="1180" actId="47"/>
        <pc:sldMkLst>
          <pc:docMk/>
          <pc:sldMk cId="1340069255" sldId="267"/>
        </pc:sldMkLst>
      </pc:sldChg>
      <pc:sldChg chg="del">
        <pc:chgData name="Nathan Wilkinson" userId="39f87f14-833c-4dc8-9ac0-438dde497fcf" providerId="ADAL" clId="{0B1635AF-8DF7-4C77-9B0F-D584A174F031}" dt="2020-04-17T17:53:52.183" v="992" actId="47"/>
        <pc:sldMkLst>
          <pc:docMk/>
          <pc:sldMk cId="3787301525" sldId="269"/>
        </pc:sldMkLst>
      </pc:sldChg>
      <pc:sldChg chg="del">
        <pc:chgData name="Nathan Wilkinson" userId="39f87f14-833c-4dc8-9ac0-438dde497fcf" providerId="ADAL" clId="{0B1635AF-8DF7-4C77-9B0F-D584A174F031}" dt="2020-04-20T13:13:59.337" v="1174" actId="47"/>
        <pc:sldMkLst>
          <pc:docMk/>
          <pc:sldMk cId="2638529266" sldId="274"/>
        </pc:sldMkLst>
      </pc:sldChg>
      <pc:sldChg chg="del">
        <pc:chgData name="Nathan Wilkinson" userId="39f87f14-833c-4dc8-9ac0-438dde497fcf" providerId="ADAL" clId="{0B1635AF-8DF7-4C77-9B0F-D584A174F031}" dt="2020-04-20T13:14:04.270" v="1178" actId="47"/>
        <pc:sldMkLst>
          <pc:docMk/>
          <pc:sldMk cId="626571390" sldId="275"/>
        </pc:sldMkLst>
      </pc:sldChg>
      <pc:sldChg chg="addSp delSp modSp mod">
        <pc:chgData name="Nathan Wilkinson" userId="39f87f14-833c-4dc8-9ac0-438dde497fcf" providerId="ADAL" clId="{0B1635AF-8DF7-4C77-9B0F-D584A174F031}" dt="2020-04-17T17:52:59.113" v="983" actId="1076"/>
        <pc:sldMkLst>
          <pc:docMk/>
          <pc:sldMk cId="3631614894" sldId="276"/>
        </pc:sldMkLst>
        <pc:spChg chg="add del mod">
          <ac:chgData name="Nathan Wilkinson" userId="39f87f14-833c-4dc8-9ac0-438dde497fcf" providerId="ADAL" clId="{0B1635AF-8DF7-4C77-9B0F-D584A174F031}" dt="2020-04-17T17:25:24.275" v="648" actId="478"/>
          <ac:spMkLst>
            <pc:docMk/>
            <pc:sldMk cId="3631614894" sldId="276"/>
            <ac:spMk id="5" creationId="{1B2919FC-D8E8-4DD0-9ABB-460F90F579D3}"/>
          </ac:spMkLst>
        </pc:spChg>
        <pc:spChg chg="mod">
          <ac:chgData name="Nathan Wilkinson" userId="39f87f14-833c-4dc8-9ac0-438dde497fcf" providerId="ADAL" clId="{0B1635AF-8DF7-4C77-9B0F-D584A174F031}" dt="2020-04-17T17:52:14.734" v="974" actId="1076"/>
          <ac:spMkLst>
            <pc:docMk/>
            <pc:sldMk cId="3631614894" sldId="276"/>
            <ac:spMk id="6" creationId="{DF944C6A-1E09-4CF8-AE67-5438E9159A00}"/>
          </ac:spMkLst>
        </pc:spChg>
        <pc:spChg chg="mod">
          <ac:chgData name="Nathan Wilkinson" userId="39f87f14-833c-4dc8-9ac0-438dde497fcf" providerId="ADAL" clId="{0B1635AF-8DF7-4C77-9B0F-D584A174F031}" dt="2020-04-17T17:52:39.864" v="979" actId="1076"/>
          <ac:spMkLst>
            <pc:docMk/>
            <pc:sldMk cId="3631614894" sldId="276"/>
            <ac:spMk id="7" creationId="{6629D908-FBF7-49C8-A703-D494C4696377}"/>
          </ac:spMkLst>
        </pc:spChg>
        <pc:spChg chg="mod">
          <ac:chgData name="Nathan Wilkinson" userId="39f87f14-833c-4dc8-9ac0-438dde497fcf" providerId="ADAL" clId="{0B1635AF-8DF7-4C77-9B0F-D584A174F031}" dt="2020-04-17T17:52:42.698" v="980" actId="1076"/>
          <ac:spMkLst>
            <pc:docMk/>
            <pc:sldMk cId="3631614894" sldId="276"/>
            <ac:spMk id="8" creationId="{048E33AB-732A-435A-944A-27364F09CCD4}"/>
          </ac:spMkLst>
        </pc:spChg>
        <pc:spChg chg="add mod">
          <ac:chgData name="Nathan Wilkinson" userId="39f87f14-833c-4dc8-9ac0-438dde497fcf" providerId="ADAL" clId="{0B1635AF-8DF7-4C77-9B0F-D584A174F031}" dt="2020-04-17T17:51:56.110" v="972" actId="1076"/>
          <ac:spMkLst>
            <pc:docMk/>
            <pc:sldMk cId="3631614894" sldId="276"/>
            <ac:spMk id="9" creationId="{B595485F-008A-4AC6-A56F-D573A78F3E0E}"/>
          </ac:spMkLst>
        </pc:spChg>
        <pc:spChg chg="add mod">
          <ac:chgData name="Nathan Wilkinson" userId="39f87f14-833c-4dc8-9ac0-438dde497fcf" providerId="ADAL" clId="{0B1635AF-8DF7-4C77-9B0F-D584A174F031}" dt="2020-04-17T17:52:04.227" v="973" actId="1076"/>
          <ac:spMkLst>
            <pc:docMk/>
            <pc:sldMk cId="3631614894" sldId="276"/>
            <ac:spMk id="10" creationId="{5E0718AB-D6EE-4519-AD99-CD9A23618C7F}"/>
          </ac:spMkLst>
        </pc:spChg>
        <pc:spChg chg="add mod">
          <ac:chgData name="Nathan Wilkinson" userId="39f87f14-833c-4dc8-9ac0-438dde497fcf" providerId="ADAL" clId="{0B1635AF-8DF7-4C77-9B0F-D584A174F031}" dt="2020-04-17T17:52:29.303" v="976" actId="1076"/>
          <ac:spMkLst>
            <pc:docMk/>
            <pc:sldMk cId="3631614894" sldId="276"/>
            <ac:spMk id="11" creationId="{FC7DBD2F-710D-4101-A6FD-5B051A3987FE}"/>
          </ac:spMkLst>
        </pc:spChg>
        <pc:spChg chg="add mod">
          <ac:chgData name="Nathan Wilkinson" userId="39f87f14-833c-4dc8-9ac0-438dde497fcf" providerId="ADAL" clId="{0B1635AF-8DF7-4C77-9B0F-D584A174F031}" dt="2020-04-17T17:52:33.066" v="977" actId="1076"/>
          <ac:spMkLst>
            <pc:docMk/>
            <pc:sldMk cId="3631614894" sldId="276"/>
            <ac:spMk id="12" creationId="{33AF546A-094D-4647-A21F-31EA7DC540E9}"/>
          </ac:spMkLst>
        </pc:spChg>
        <pc:spChg chg="add mod">
          <ac:chgData name="Nathan Wilkinson" userId="39f87f14-833c-4dc8-9ac0-438dde497fcf" providerId="ADAL" clId="{0B1635AF-8DF7-4C77-9B0F-D584A174F031}" dt="2020-04-17T17:52:19.068" v="975" actId="1076"/>
          <ac:spMkLst>
            <pc:docMk/>
            <pc:sldMk cId="3631614894" sldId="276"/>
            <ac:spMk id="13" creationId="{0E02829B-E30D-43AF-8FBB-63BA533902C4}"/>
          </ac:spMkLst>
        </pc:spChg>
        <pc:spChg chg="add mod">
          <ac:chgData name="Nathan Wilkinson" userId="39f87f14-833c-4dc8-9ac0-438dde497fcf" providerId="ADAL" clId="{0B1635AF-8DF7-4C77-9B0F-D584A174F031}" dt="2020-04-17T17:52:48.763" v="981" actId="1076"/>
          <ac:spMkLst>
            <pc:docMk/>
            <pc:sldMk cId="3631614894" sldId="276"/>
            <ac:spMk id="14" creationId="{F92740F5-60A5-415F-98BF-55323B00BBFA}"/>
          </ac:spMkLst>
        </pc:spChg>
        <pc:spChg chg="add mod">
          <ac:chgData name="Nathan Wilkinson" userId="39f87f14-833c-4dc8-9ac0-438dde497fcf" providerId="ADAL" clId="{0B1635AF-8DF7-4C77-9B0F-D584A174F031}" dt="2020-04-17T17:52:54.808" v="982" actId="1076"/>
          <ac:spMkLst>
            <pc:docMk/>
            <pc:sldMk cId="3631614894" sldId="276"/>
            <ac:spMk id="15" creationId="{A146FA14-4B1B-4FA5-B421-A72B3192DEB0}"/>
          </ac:spMkLst>
        </pc:spChg>
        <pc:spChg chg="add mod">
          <ac:chgData name="Nathan Wilkinson" userId="39f87f14-833c-4dc8-9ac0-438dde497fcf" providerId="ADAL" clId="{0B1635AF-8DF7-4C77-9B0F-D584A174F031}" dt="2020-04-17T17:52:59.113" v="983" actId="1076"/>
          <ac:spMkLst>
            <pc:docMk/>
            <pc:sldMk cId="3631614894" sldId="276"/>
            <ac:spMk id="16" creationId="{A454E54A-AF9F-4536-8F6E-15973528F856}"/>
          </ac:spMkLst>
        </pc:spChg>
      </pc:sldChg>
      <pc:sldChg chg="del">
        <pc:chgData name="Nathan Wilkinson" userId="39f87f14-833c-4dc8-9ac0-438dde497fcf" providerId="ADAL" clId="{0B1635AF-8DF7-4C77-9B0F-D584A174F031}" dt="2020-04-17T17:53:53.736" v="993" actId="47"/>
        <pc:sldMkLst>
          <pc:docMk/>
          <pc:sldMk cId="3527696558" sldId="277"/>
        </pc:sldMkLst>
      </pc:sldChg>
      <pc:sldChg chg="addSp delSp modSp mod">
        <pc:chgData name="Nathan Wilkinson" userId="39f87f14-833c-4dc8-9ac0-438dde497fcf" providerId="ADAL" clId="{0B1635AF-8DF7-4C77-9B0F-D584A174F031}" dt="2020-04-17T18:01:47.390" v="1058" actId="164"/>
        <pc:sldMkLst>
          <pc:docMk/>
          <pc:sldMk cId="3701036772" sldId="278"/>
        </pc:sldMkLst>
        <pc:spChg chg="mod">
          <ac:chgData name="Nathan Wilkinson" userId="39f87f14-833c-4dc8-9ac0-438dde497fcf" providerId="ADAL" clId="{0B1635AF-8DF7-4C77-9B0F-D584A174F031}" dt="2020-04-17T18:01:25.008" v="1055" actId="164"/>
          <ac:spMkLst>
            <pc:docMk/>
            <pc:sldMk cId="3701036772" sldId="278"/>
            <ac:spMk id="4" creationId="{2E741646-8B07-41F6-9A3F-28317085FE16}"/>
          </ac:spMkLst>
        </pc:spChg>
        <pc:spChg chg="mod">
          <ac:chgData name="Nathan Wilkinson" userId="39f87f14-833c-4dc8-9ac0-438dde497fcf" providerId="ADAL" clId="{0B1635AF-8DF7-4C77-9B0F-D584A174F031}" dt="2020-04-17T18:01:25.008" v="1055" actId="164"/>
          <ac:spMkLst>
            <pc:docMk/>
            <pc:sldMk cId="3701036772" sldId="278"/>
            <ac:spMk id="5" creationId="{F12EA8BA-5720-4D21-9B22-CBABC02CED3B}"/>
          </ac:spMkLst>
        </pc:spChg>
        <pc:spChg chg="mod">
          <ac:chgData name="Nathan Wilkinson" userId="39f87f14-833c-4dc8-9ac0-438dde497fcf" providerId="ADAL" clId="{0B1635AF-8DF7-4C77-9B0F-D584A174F031}" dt="2020-04-17T18:01:25.008" v="1055" actId="164"/>
          <ac:spMkLst>
            <pc:docMk/>
            <pc:sldMk cId="3701036772" sldId="278"/>
            <ac:spMk id="6" creationId="{B71872A5-FD94-4977-B04C-B928F723C55E}"/>
          </ac:spMkLst>
        </pc:spChg>
        <pc:spChg chg="mod">
          <ac:chgData name="Nathan Wilkinson" userId="39f87f14-833c-4dc8-9ac0-438dde497fcf" providerId="ADAL" clId="{0B1635AF-8DF7-4C77-9B0F-D584A174F031}" dt="2020-04-17T18:01:32.116" v="1056" actId="164"/>
          <ac:spMkLst>
            <pc:docMk/>
            <pc:sldMk cId="3701036772" sldId="278"/>
            <ac:spMk id="7" creationId="{9E3BD00A-72DE-4A9A-9F0E-E524DE51ACCF}"/>
          </ac:spMkLst>
        </pc:spChg>
        <pc:spChg chg="mod">
          <ac:chgData name="Nathan Wilkinson" userId="39f87f14-833c-4dc8-9ac0-438dde497fcf" providerId="ADAL" clId="{0B1635AF-8DF7-4C77-9B0F-D584A174F031}" dt="2020-04-17T18:01:25.008" v="1055" actId="164"/>
          <ac:spMkLst>
            <pc:docMk/>
            <pc:sldMk cId="3701036772" sldId="278"/>
            <ac:spMk id="8" creationId="{70342659-7308-49A0-A7CA-8CBC5B5EC868}"/>
          </ac:spMkLst>
        </pc:spChg>
        <pc:spChg chg="mod">
          <ac:chgData name="Nathan Wilkinson" userId="39f87f14-833c-4dc8-9ac0-438dde497fcf" providerId="ADAL" clId="{0B1635AF-8DF7-4C77-9B0F-D584A174F031}" dt="2020-04-17T18:01:25.008" v="1055" actId="164"/>
          <ac:spMkLst>
            <pc:docMk/>
            <pc:sldMk cId="3701036772" sldId="278"/>
            <ac:spMk id="9" creationId="{AC78B737-F0E2-4F5F-A1C0-6E594E45355E}"/>
          </ac:spMkLst>
        </pc:spChg>
        <pc:spChg chg="mod">
          <ac:chgData name="Nathan Wilkinson" userId="39f87f14-833c-4dc8-9ac0-438dde497fcf" providerId="ADAL" clId="{0B1635AF-8DF7-4C77-9B0F-D584A174F031}" dt="2020-04-17T18:01:25.008" v="1055" actId="164"/>
          <ac:spMkLst>
            <pc:docMk/>
            <pc:sldMk cId="3701036772" sldId="278"/>
            <ac:spMk id="10" creationId="{22E9FD09-1808-4694-A0AC-66704398F9A5}"/>
          </ac:spMkLst>
        </pc:spChg>
        <pc:spChg chg="del">
          <ac:chgData name="Nathan Wilkinson" userId="39f87f14-833c-4dc8-9ac0-438dde497fcf" providerId="ADAL" clId="{0B1635AF-8DF7-4C77-9B0F-D584A174F031}" dt="2020-04-17T17:59:21.770" v="1025" actId="478"/>
          <ac:spMkLst>
            <pc:docMk/>
            <pc:sldMk cId="3701036772" sldId="278"/>
            <ac:spMk id="11" creationId="{0D53D3EE-2DD8-45EF-845C-BA317C1465B3}"/>
          </ac:spMkLst>
        </pc:spChg>
        <pc:spChg chg="del">
          <ac:chgData name="Nathan Wilkinson" userId="39f87f14-833c-4dc8-9ac0-438dde497fcf" providerId="ADAL" clId="{0B1635AF-8DF7-4C77-9B0F-D584A174F031}" dt="2020-04-17T17:59:21.770" v="1025" actId="478"/>
          <ac:spMkLst>
            <pc:docMk/>
            <pc:sldMk cId="3701036772" sldId="278"/>
            <ac:spMk id="12" creationId="{0176DB2D-700F-4ED8-B020-184E9E07C796}"/>
          </ac:spMkLst>
        </pc:spChg>
        <pc:spChg chg="add mod">
          <ac:chgData name="Nathan Wilkinson" userId="39f87f14-833c-4dc8-9ac0-438dde497fcf" providerId="ADAL" clId="{0B1635AF-8DF7-4C77-9B0F-D584A174F031}" dt="2020-04-17T18:01:32.116" v="1056" actId="164"/>
          <ac:spMkLst>
            <pc:docMk/>
            <pc:sldMk cId="3701036772" sldId="278"/>
            <ac:spMk id="13" creationId="{8B1A1401-86F0-4950-8C1B-86C444AAA721}"/>
          </ac:spMkLst>
        </pc:spChg>
        <pc:spChg chg="add mod">
          <ac:chgData name="Nathan Wilkinson" userId="39f87f14-833c-4dc8-9ac0-438dde497fcf" providerId="ADAL" clId="{0B1635AF-8DF7-4C77-9B0F-D584A174F031}" dt="2020-04-17T18:01:32.116" v="1056" actId="164"/>
          <ac:spMkLst>
            <pc:docMk/>
            <pc:sldMk cId="3701036772" sldId="278"/>
            <ac:spMk id="14" creationId="{C7B3D068-7FC0-460F-BE1C-3CBDF2477E82}"/>
          </ac:spMkLst>
        </pc:spChg>
        <pc:spChg chg="add mod">
          <ac:chgData name="Nathan Wilkinson" userId="39f87f14-833c-4dc8-9ac0-438dde497fcf" providerId="ADAL" clId="{0B1635AF-8DF7-4C77-9B0F-D584A174F031}" dt="2020-04-17T18:01:32.116" v="1056" actId="164"/>
          <ac:spMkLst>
            <pc:docMk/>
            <pc:sldMk cId="3701036772" sldId="278"/>
            <ac:spMk id="15" creationId="{3235046F-AFE9-4FE0-B83D-25CFFE27F40B}"/>
          </ac:spMkLst>
        </pc:spChg>
        <pc:spChg chg="add mod">
          <ac:chgData name="Nathan Wilkinson" userId="39f87f14-833c-4dc8-9ac0-438dde497fcf" providerId="ADAL" clId="{0B1635AF-8DF7-4C77-9B0F-D584A174F031}" dt="2020-04-17T18:01:32.116" v="1056" actId="164"/>
          <ac:spMkLst>
            <pc:docMk/>
            <pc:sldMk cId="3701036772" sldId="278"/>
            <ac:spMk id="16" creationId="{EE8F7AE2-44E4-4BE0-8397-5C287C20CD80}"/>
          </ac:spMkLst>
        </pc:spChg>
        <pc:spChg chg="add mod">
          <ac:chgData name="Nathan Wilkinson" userId="39f87f14-833c-4dc8-9ac0-438dde497fcf" providerId="ADAL" clId="{0B1635AF-8DF7-4C77-9B0F-D584A174F031}" dt="2020-04-17T18:01:32.116" v="1056" actId="164"/>
          <ac:spMkLst>
            <pc:docMk/>
            <pc:sldMk cId="3701036772" sldId="278"/>
            <ac:spMk id="17" creationId="{8F0C07D5-2F3D-4D93-8BC9-5493F93C467F}"/>
          </ac:spMkLst>
        </pc:spChg>
        <pc:spChg chg="add mod">
          <ac:chgData name="Nathan Wilkinson" userId="39f87f14-833c-4dc8-9ac0-438dde497fcf" providerId="ADAL" clId="{0B1635AF-8DF7-4C77-9B0F-D584A174F031}" dt="2020-04-17T18:01:39.533" v="1057" actId="164"/>
          <ac:spMkLst>
            <pc:docMk/>
            <pc:sldMk cId="3701036772" sldId="278"/>
            <ac:spMk id="18" creationId="{621AAA7D-8773-4E33-A71F-C4BA5EB90203}"/>
          </ac:spMkLst>
        </pc:spChg>
        <pc:spChg chg="add mod">
          <ac:chgData name="Nathan Wilkinson" userId="39f87f14-833c-4dc8-9ac0-438dde497fcf" providerId="ADAL" clId="{0B1635AF-8DF7-4C77-9B0F-D584A174F031}" dt="2020-04-17T18:01:39.533" v="1057" actId="164"/>
          <ac:spMkLst>
            <pc:docMk/>
            <pc:sldMk cId="3701036772" sldId="278"/>
            <ac:spMk id="19" creationId="{2C1E9181-A0E4-4855-9AE4-7B6765333955}"/>
          </ac:spMkLst>
        </pc:spChg>
        <pc:spChg chg="add mod">
          <ac:chgData name="Nathan Wilkinson" userId="39f87f14-833c-4dc8-9ac0-438dde497fcf" providerId="ADAL" clId="{0B1635AF-8DF7-4C77-9B0F-D584A174F031}" dt="2020-04-17T18:01:39.533" v="1057" actId="164"/>
          <ac:spMkLst>
            <pc:docMk/>
            <pc:sldMk cId="3701036772" sldId="278"/>
            <ac:spMk id="20" creationId="{C7A4DAD5-30C1-4FC5-B8E2-F4D2F34F5BB3}"/>
          </ac:spMkLst>
        </pc:spChg>
        <pc:spChg chg="add mod">
          <ac:chgData name="Nathan Wilkinson" userId="39f87f14-833c-4dc8-9ac0-438dde497fcf" providerId="ADAL" clId="{0B1635AF-8DF7-4C77-9B0F-D584A174F031}" dt="2020-04-17T18:01:39.533" v="1057" actId="164"/>
          <ac:spMkLst>
            <pc:docMk/>
            <pc:sldMk cId="3701036772" sldId="278"/>
            <ac:spMk id="21" creationId="{CD126636-3D0F-4D16-B9EF-E4A8DDF8D67D}"/>
          </ac:spMkLst>
        </pc:spChg>
        <pc:spChg chg="add mod">
          <ac:chgData name="Nathan Wilkinson" userId="39f87f14-833c-4dc8-9ac0-438dde497fcf" providerId="ADAL" clId="{0B1635AF-8DF7-4C77-9B0F-D584A174F031}" dt="2020-04-17T18:01:39.533" v="1057" actId="164"/>
          <ac:spMkLst>
            <pc:docMk/>
            <pc:sldMk cId="3701036772" sldId="278"/>
            <ac:spMk id="22" creationId="{831E6202-D164-4046-A5A8-060E85B79DA8}"/>
          </ac:spMkLst>
        </pc:spChg>
        <pc:spChg chg="add mod">
          <ac:chgData name="Nathan Wilkinson" userId="39f87f14-833c-4dc8-9ac0-438dde497fcf" providerId="ADAL" clId="{0B1635AF-8DF7-4C77-9B0F-D584A174F031}" dt="2020-04-17T18:01:39.533" v="1057" actId="164"/>
          <ac:spMkLst>
            <pc:docMk/>
            <pc:sldMk cId="3701036772" sldId="278"/>
            <ac:spMk id="23" creationId="{37E9A7A4-E10B-4150-8FAF-FB5554FF4BE4}"/>
          </ac:spMkLst>
        </pc:spChg>
        <pc:spChg chg="add mod">
          <ac:chgData name="Nathan Wilkinson" userId="39f87f14-833c-4dc8-9ac0-438dde497fcf" providerId="ADAL" clId="{0B1635AF-8DF7-4C77-9B0F-D584A174F031}" dt="2020-04-17T18:01:47.390" v="1058" actId="164"/>
          <ac:spMkLst>
            <pc:docMk/>
            <pc:sldMk cId="3701036772" sldId="278"/>
            <ac:spMk id="24" creationId="{816EE8DE-C7C7-4FA0-8182-511C575B6E56}"/>
          </ac:spMkLst>
        </pc:spChg>
        <pc:spChg chg="add mod">
          <ac:chgData name="Nathan Wilkinson" userId="39f87f14-833c-4dc8-9ac0-438dde497fcf" providerId="ADAL" clId="{0B1635AF-8DF7-4C77-9B0F-D584A174F031}" dt="2020-04-17T18:01:47.390" v="1058" actId="164"/>
          <ac:spMkLst>
            <pc:docMk/>
            <pc:sldMk cId="3701036772" sldId="278"/>
            <ac:spMk id="25" creationId="{CF5348B9-48DD-4074-8530-2638311586EF}"/>
          </ac:spMkLst>
        </pc:spChg>
        <pc:spChg chg="add mod">
          <ac:chgData name="Nathan Wilkinson" userId="39f87f14-833c-4dc8-9ac0-438dde497fcf" providerId="ADAL" clId="{0B1635AF-8DF7-4C77-9B0F-D584A174F031}" dt="2020-04-17T18:01:47.390" v="1058" actId="164"/>
          <ac:spMkLst>
            <pc:docMk/>
            <pc:sldMk cId="3701036772" sldId="278"/>
            <ac:spMk id="26" creationId="{F9959CE6-3A64-4EEA-B74B-52A5EC688CCA}"/>
          </ac:spMkLst>
        </pc:spChg>
        <pc:spChg chg="add mod">
          <ac:chgData name="Nathan Wilkinson" userId="39f87f14-833c-4dc8-9ac0-438dde497fcf" providerId="ADAL" clId="{0B1635AF-8DF7-4C77-9B0F-D584A174F031}" dt="2020-04-17T18:01:47.390" v="1058" actId="164"/>
          <ac:spMkLst>
            <pc:docMk/>
            <pc:sldMk cId="3701036772" sldId="278"/>
            <ac:spMk id="27" creationId="{9A9CE0EE-F165-4D44-988A-483A63C7F691}"/>
          </ac:spMkLst>
        </pc:spChg>
        <pc:spChg chg="add mod">
          <ac:chgData name="Nathan Wilkinson" userId="39f87f14-833c-4dc8-9ac0-438dde497fcf" providerId="ADAL" clId="{0B1635AF-8DF7-4C77-9B0F-D584A174F031}" dt="2020-04-17T18:01:47.390" v="1058" actId="164"/>
          <ac:spMkLst>
            <pc:docMk/>
            <pc:sldMk cId="3701036772" sldId="278"/>
            <ac:spMk id="28" creationId="{A8D68C81-7E5C-4F38-903D-C9F425BDE85D}"/>
          </ac:spMkLst>
        </pc:spChg>
        <pc:spChg chg="add mod">
          <ac:chgData name="Nathan Wilkinson" userId="39f87f14-833c-4dc8-9ac0-438dde497fcf" providerId="ADAL" clId="{0B1635AF-8DF7-4C77-9B0F-D584A174F031}" dt="2020-04-17T18:01:47.390" v="1058" actId="164"/>
          <ac:spMkLst>
            <pc:docMk/>
            <pc:sldMk cId="3701036772" sldId="278"/>
            <ac:spMk id="29" creationId="{24B6AF28-0A3A-422B-9A5D-C14AADF5EC4F}"/>
          </ac:spMkLst>
        </pc:spChg>
        <pc:grpChg chg="add mod">
          <ac:chgData name="Nathan Wilkinson" userId="39f87f14-833c-4dc8-9ac0-438dde497fcf" providerId="ADAL" clId="{0B1635AF-8DF7-4C77-9B0F-D584A174F031}" dt="2020-04-17T18:01:25.008" v="1055" actId="164"/>
          <ac:grpSpMkLst>
            <pc:docMk/>
            <pc:sldMk cId="3701036772" sldId="278"/>
            <ac:grpSpMk id="2" creationId="{D109CD25-7CD7-4653-9DDF-12D2835ED8D7}"/>
          </ac:grpSpMkLst>
        </pc:grpChg>
        <pc:grpChg chg="add mod">
          <ac:chgData name="Nathan Wilkinson" userId="39f87f14-833c-4dc8-9ac0-438dde497fcf" providerId="ADAL" clId="{0B1635AF-8DF7-4C77-9B0F-D584A174F031}" dt="2020-04-17T18:01:32.116" v="1056" actId="164"/>
          <ac:grpSpMkLst>
            <pc:docMk/>
            <pc:sldMk cId="3701036772" sldId="278"/>
            <ac:grpSpMk id="3" creationId="{B4ED7024-5C3D-41F5-9BC0-2FE08107658B}"/>
          </ac:grpSpMkLst>
        </pc:grpChg>
        <pc:grpChg chg="add mod">
          <ac:chgData name="Nathan Wilkinson" userId="39f87f14-833c-4dc8-9ac0-438dde497fcf" providerId="ADAL" clId="{0B1635AF-8DF7-4C77-9B0F-D584A174F031}" dt="2020-04-17T18:01:39.533" v="1057" actId="164"/>
          <ac:grpSpMkLst>
            <pc:docMk/>
            <pc:sldMk cId="3701036772" sldId="278"/>
            <ac:grpSpMk id="30" creationId="{9AA414B6-359A-4542-AC21-7E76784864B2}"/>
          </ac:grpSpMkLst>
        </pc:grpChg>
        <pc:grpChg chg="add mod">
          <ac:chgData name="Nathan Wilkinson" userId="39f87f14-833c-4dc8-9ac0-438dde497fcf" providerId="ADAL" clId="{0B1635AF-8DF7-4C77-9B0F-D584A174F031}" dt="2020-04-17T18:01:47.390" v="1058" actId="164"/>
          <ac:grpSpMkLst>
            <pc:docMk/>
            <pc:sldMk cId="3701036772" sldId="278"/>
            <ac:grpSpMk id="31" creationId="{11FCD096-1BE6-47F2-B53D-9BB8999D0A22}"/>
          </ac:grpSpMkLst>
        </pc:grpChg>
      </pc:sldChg>
      <pc:sldChg chg="del">
        <pc:chgData name="Nathan Wilkinson" userId="39f87f14-833c-4dc8-9ac0-438dde497fcf" providerId="ADAL" clId="{0B1635AF-8DF7-4C77-9B0F-D584A174F031}" dt="2020-04-20T13:14:01.099" v="1175" actId="47"/>
        <pc:sldMkLst>
          <pc:docMk/>
          <pc:sldMk cId="2316686158" sldId="283"/>
        </pc:sldMkLst>
      </pc:sldChg>
      <pc:sldChg chg="del">
        <pc:chgData name="Nathan Wilkinson" userId="39f87f14-833c-4dc8-9ac0-438dde497fcf" providerId="ADAL" clId="{0B1635AF-8DF7-4C77-9B0F-D584A174F031}" dt="2020-04-20T13:14:06.333" v="1181" actId="47"/>
        <pc:sldMkLst>
          <pc:docMk/>
          <pc:sldMk cId="4213325106" sldId="284"/>
        </pc:sldMkLst>
      </pc:sldChg>
      <pc:sldChg chg="del">
        <pc:chgData name="Nathan Wilkinson" userId="39f87f14-833c-4dc8-9ac0-438dde497fcf" providerId="ADAL" clId="{0B1635AF-8DF7-4C77-9B0F-D584A174F031}" dt="2020-04-20T13:14:07.046" v="1183" actId="47"/>
        <pc:sldMkLst>
          <pc:docMk/>
          <pc:sldMk cId="4137441130" sldId="285"/>
        </pc:sldMkLst>
      </pc:sldChg>
      <pc:sldChg chg="del">
        <pc:chgData name="Nathan Wilkinson" userId="39f87f14-833c-4dc8-9ac0-438dde497fcf" providerId="ADAL" clId="{0B1635AF-8DF7-4C77-9B0F-D584A174F031}" dt="2020-04-20T13:14:07.285" v="1184" actId="47"/>
        <pc:sldMkLst>
          <pc:docMk/>
          <pc:sldMk cId="2078377975" sldId="286"/>
        </pc:sldMkLst>
      </pc:sldChg>
      <pc:sldChg chg="del">
        <pc:chgData name="Nathan Wilkinson" userId="39f87f14-833c-4dc8-9ac0-438dde497fcf" providerId="ADAL" clId="{0B1635AF-8DF7-4C77-9B0F-D584A174F031}" dt="2020-04-20T13:14:07.502" v="1185" actId="47"/>
        <pc:sldMkLst>
          <pc:docMk/>
          <pc:sldMk cId="373884564" sldId="287"/>
        </pc:sldMkLst>
      </pc:sldChg>
      <pc:sldChg chg="del">
        <pc:chgData name="Nathan Wilkinson" userId="39f87f14-833c-4dc8-9ac0-438dde497fcf" providerId="ADAL" clId="{0B1635AF-8DF7-4C77-9B0F-D584A174F031}" dt="2020-04-20T13:14:07.723" v="1186" actId="47"/>
        <pc:sldMkLst>
          <pc:docMk/>
          <pc:sldMk cId="3490166924" sldId="288"/>
        </pc:sldMkLst>
      </pc:sldChg>
      <pc:sldChg chg="del">
        <pc:chgData name="Nathan Wilkinson" userId="39f87f14-833c-4dc8-9ac0-438dde497fcf" providerId="ADAL" clId="{0B1635AF-8DF7-4C77-9B0F-D584A174F031}" dt="2020-04-20T13:14:08.036" v="1187" actId="47"/>
        <pc:sldMkLst>
          <pc:docMk/>
          <pc:sldMk cId="3699104964" sldId="289"/>
        </pc:sldMkLst>
      </pc:sldChg>
      <pc:sldChg chg="del">
        <pc:chgData name="Nathan Wilkinson" userId="39f87f14-833c-4dc8-9ac0-438dde497fcf" providerId="ADAL" clId="{0B1635AF-8DF7-4C77-9B0F-D584A174F031}" dt="2020-04-20T13:14:08.539" v="1188" actId="47"/>
        <pc:sldMkLst>
          <pc:docMk/>
          <pc:sldMk cId="970876443" sldId="290"/>
        </pc:sldMkLst>
      </pc:sldChg>
      <pc:sldChg chg="del">
        <pc:chgData name="Nathan Wilkinson" userId="39f87f14-833c-4dc8-9ac0-438dde497fcf" providerId="ADAL" clId="{0B1635AF-8DF7-4C77-9B0F-D584A174F031}" dt="2020-04-20T13:14:08.908" v="1189" actId="47"/>
        <pc:sldMkLst>
          <pc:docMk/>
          <pc:sldMk cId="757128723" sldId="291"/>
        </pc:sldMkLst>
      </pc:sldChg>
      <pc:sldChg chg="del">
        <pc:chgData name="Nathan Wilkinson" userId="39f87f14-833c-4dc8-9ac0-438dde497fcf" providerId="ADAL" clId="{0B1635AF-8DF7-4C77-9B0F-D584A174F031}" dt="2020-04-20T13:14:16.041" v="1190" actId="47"/>
        <pc:sldMkLst>
          <pc:docMk/>
          <pc:sldMk cId="2941507643" sldId="292"/>
        </pc:sldMkLst>
      </pc:sldChg>
      <pc:sldChg chg="modSp mod">
        <pc:chgData name="Nathan Wilkinson" userId="39f87f14-833c-4dc8-9ac0-438dde497fcf" providerId="ADAL" clId="{0B1635AF-8DF7-4C77-9B0F-D584A174F031}" dt="2020-04-20T13:12:19.980" v="1173" actId="20577"/>
        <pc:sldMkLst>
          <pc:docMk/>
          <pc:sldMk cId="552209447" sldId="293"/>
        </pc:sldMkLst>
        <pc:spChg chg="mod">
          <ac:chgData name="Nathan Wilkinson" userId="39f87f14-833c-4dc8-9ac0-438dde497fcf" providerId="ADAL" clId="{0B1635AF-8DF7-4C77-9B0F-D584A174F031}" dt="2020-04-20T13:12:19.980" v="1173" actId="20577"/>
          <ac:spMkLst>
            <pc:docMk/>
            <pc:sldMk cId="552209447" sldId="293"/>
            <ac:spMk id="3" creationId="{8A8B5C4E-0BD3-48A6-B1CF-458CB75B7466}"/>
          </ac:spMkLst>
        </pc:spChg>
      </pc:sldChg>
      <pc:sldChg chg="del">
        <pc:chgData name="Nathan Wilkinson" userId="39f87f14-833c-4dc8-9ac0-438dde497fcf" providerId="ADAL" clId="{0B1635AF-8DF7-4C77-9B0F-D584A174F031}" dt="2020-04-20T13:14:06.790" v="1182" actId="47"/>
        <pc:sldMkLst>
          <pc:docMk/>
          <pc:sldMk cId="755919445" sldId="294"/>
        </pc:sldMkLst>
      </pc:sldChg>
      <pc:sldChg chg="delSp modSp add mod">
        <pc:chgData name="Nathan Wilkinson" userId="39f87f14-833c-4dc8-9ac0-438dde497fcf" providerId="ADAL" clId="{0B1635AF-8DF7-4C77-9B0F-D584A174F031}" dt="2020-04-17T14:17:46.728" v="85" actId="14100"/>
        <pc:sldMkLst>
          <pc:docMk/>
          <pc:sldMk cId="4227094144" sldId="301"/>
        </pc:sldMkLst>
        <pc:spChg chg="del">
          <ac:chgData name="Nathan Wilkinson" userId="39f87f14-833c-4dc8-9ac0-438dde497fcf" providerId="ADAL" clId="{0B1635AF-8DF7-4C77-9B0F-D584A174F031}" dt="2020-04-17T14:17:34.481" v="81" actId="478"/>
          <ac:spMkLst>
            <pc:docMk/>
            <pc:sldMk cId="4227094144" sldId="301"/>
            <ac:spMk id="7" creationId="{892C5D24-16B5-4795-A5D2-8675AAC29B1C}"/>
          </ac:spMkLst>
        </pc:spChg>
        <pc:spChg chg="mod">
          <ac:chgData name="Nathan Wilkinson" userId="39f87f14-833c-4dc8-9ac0-438dde497fcf" providerId="ADAL" clId="{0B1635AF-8DF7-4C77-9B0F-D584A174F031}" dt="2020-04-17T14:17:46.728" v="85" actId="14100"/>
          <ac:spMkLst>
            <pc:docMk/>
            <pc:sldMk cId="4227094144" sldId="301"/>
            <ac:spMk id="9" creationId="{C938A26D-BE4D-40DC-98F5-7EC667C67E4C}"/>
          </ac:spMkLst>
        </pc:spChg>
        <pc:spChg chg="del">
          <ac:chgData name="Nathan Wilkinson" userId="39f87f14-833c-4dc8-9ac0-438dde497fcf" providerId="ADAL" clId="{0B1635AF-8DF7-4C77-9B0F-D584A174F031}" dt="2020-04-17T14:17:41.579" v="83" actId="478"/>
          <ac:spMkLst>
            <pc:docMk/>
            <pc:sldMk cId="4227094144" sldId="301"/>
            <ac:spMk id="21" creationId="{310E1814-E8A3-4881-AA5D-5F418DACDDF0}"/>
          </ac:spMkLst>
        </pc:spChg>
        <pc:cxnChg chg="del mod">
          <ac:chgData name="Nathan Wilkinson" userId="39f87f14-833c-4dc8-9ac0-438dde497fcf" providerId="ADAL" clId="{0B1635AF-8DF7-4C77-9B0F-D584A174F031}" dt="2020-04-17T14:17:36.514" v="82" actId="478"/>
          <ac:cxnSpMkLst>
            <pc:docMk/>
            <pc:sldMk cId="4227094144" sldId="301"/>
            <ac:cxnSpMk id="16" creationId="{F09E61D3-AB2F-43D1-9D0B-F0BCB77D89EF}"/>
          </ac:cxnSpMkLst>
        </pc:cxnChg>
        <pc:cxnChg chg="del mod">
          <ac:chgData name="Nathan Wilkinson" userId="39f87f14-833c-4dc8-9ac0-438dde497fcf" providerId="ADAL" clId="{0B1635AF-8DF7-4C77-9B0F-D584A174F031}" dt="2020-04-17T14:17:42.631" v="84" actId="478"/>
          <ac:cxnSpMkLst>
            <pc:docMk/>
            <pc:sldMk cId="4227094144" sldId="301"/>
            <ac:cxnSpMk id="22" creationId="{56057739-A79B-4FFD-AAA0-63929F629440}"/>
          </ac:cxnSpMkLst>
        </pc:cxnChg>
      </pc:sldChg>
      <pc:sldChg chg="delSp modSp add mod">
        <pc:chgData name="Nathan Wilkinson" userId="39f87f14-833c-4dc8-9ac0-438dde497fcf" providerId="ADAL" clId="{0B1635AF-8DF7-4C77-9B0F-D584A174F031}" dt="2020-04-17T14:25:36.649" v="208" actId="1076"/>
        <pc:sldMkLst>
          <pc:docMk/>
          <pc:sldMk cId="1823024549" sldId="302"/>
        </pc:sldMkLst>
        <pc:spChg chg="mod">
          <ac:chgData name="Nathan Wilkinson" userId="39f87f14-833c-4dc8-9ac0-438dde497fcf" providerId="ADAL" clId="{0B1635AF-8DF7-4C77-9B0F-D584A174F031}" dt="2020-04-17T14:24:35.469" v="196" actId="20577"/>
          <ac:spMkLst>
            <pc:docMk/>
            <pc:sldMk cId="1823024549" sldId="302"/>
            <ac:spMk id="9" creationId="{836D72C1-B6B7-4E51-AB2F-8C3152F62305}"/>
          </ac:spMkLst>
        </pc:spChg>
        <pc:spChg chg="del">
          <ac:chgData name="Nathan Wilkinson" userId="39f87f14-833c-4dc8-9ac0-438dde497fcf" providerId="ADAL" clId="{0B1635AF-8DF7-4C77-9B0F-D584A174F031}" dt="2020-04-17T14:24:43.913" v="197" actId="478"/>
          <ac:spMkLst>
            <pc:docMk/>
            <pc:sldMk cId="1823024549" sldId="302"/>
            <ac:spMk id="15" creationId="{28813612-84D4-4FF8-8C8C-3FDF5C0CBD86}"/>
          </ac:spMkLst>
        </pc:spChg>
        <pc:spChg chg="mod">
          <ac:chgData name="Nathan Wilkinson" userId="39f87f14-833c-4dc8-9ac0-438dde497fcf" providerId="ADAL" clId="{0B1635AF-8DF7-4C77-9B0F-D584A174F031}" dt="2020-04-17T14:25:36.649" v="208" actId="1076"/>
          <ac:spMkLst>
            <pc:docMk/>
            <pc:sldMk cId="1823024549" sldId="302"/>
            <ac:spMk id="17" creationId="{FF2782A5-EA6E-4F3D-8835-1F628984775D}"/>
          </ac:spMkLst>
        </pc:spChg>
        <pc:spChg chg="del">
          <ac:chgData name="Nathan Wilkinson" userId="39f87f14-833c-4dc8-9ac0-438dde497fcf" providerId="ADAL" clId="{0B1635AF-8DF7-4C77-9B0F-D584A174F031}" dt="2020-04-17T14:24:47.694" v="200" actId="478"/>
          <ac:spMkLst>
            <pc:docMk/>
            <pc:sldMk cId="1823024549" sldId="302"/>
            <ac:spMk id="18" creationId="{7C190D2E-9404-47D3-9DC6-30D0B1ECA796}"/>
          </ac:spMkLst>
        </pc:spChg>
        <pc:spChg chg="mod">
          <ac:chgData name="Nathan Wilkinson" userId="39f87f14-833c-4dc8-9ac0-438dde497fcf" providerId="ADAL" clId="{0B1635AF-8DF7-4C77-9B0F-D584A174F031}" dt="2020-04-17T14:25:26.786" v="206" actId="1076"/>
          <ac:spMkLst>
            <pc:docMk/>
            <pc:sldMk cId="1823024549" sldId="302"/>
            <ac:spMk id="29" creationId="{35D05978-7AC4-48FA-8699-E755CFF234D2}"/>
          </ac:spMkLst>
        </pc:spChg>
        <pc:spChg chg="mod">
          <ac:chgData name="Nathan Wilkinson" userId="39f87f14-833c-4dc8-9ac0-438dde497fcf" providerId="ADAL" clId="{0B1635AF-8DF7-4C77-9B0F-D584A174F031}" dt="2020-04-17T14:25:11.372" v="204" actId="1076"/>
          <ac:spMkLst>
            <pc:docMk/>
            <pc:sldMk cId="1823024549" sldId="302"/>
            <ac:spMk id="30" creationId="{BF6A0EAF-0EFA-4DFA-B1B2-80CB9C2B8A09}"/>
          </ac:spMkLst>
        </pc:spChg>
        <pc:spChg chg="mod">
          <ac:chgData name="Nathan Wilkinson" userId="39f87f14-833c-4dc8-9ac0-438dde497fcf" providerId="ADAL" clId="{0B1635AF-8DF7-4C77-9B0F-D584A174F031}" dt="2020-04-17T14:25:20.099" v="205" actId="1076"/>
          <ac:spMkLst>
            <pc:docMk/>
            <pc:sldMk cId="1823024549" sldId="302"/>
            <ac:spMk id="32" creationId="{F5B89348-8A5D-4B93-8F4F-6CCD3BF3BA32}"/>
          </ac:spMkLst>
        </pc:spChg>
        <pc:cxnChg chg="del mod">
          <ac:chgData name="Nathan Wilkinson" userId="39f87f14-833c-4dc8-9ac0-438dde497fcf" providerId="ADAL" clId="{0B1635AF-8DF7-4C77-9B0F-D584A174F031}" dt="2020-04-17T14:24:45.081" v="198" actId="478"/>
          <ac:cxnSpMkLst>
            <pc:docMk/>
            <pc:sldMk cId="1823024549" sldId="302"/>
            <ac:cxnSpMk id="22" creationId="{8B584B9B-DB9D-42EE-90A1-AB0285266942}"/>
          </ac:cxnSpMkLst>
        </pc:cxnChg>
        <pc:cxnChg chg="del mod">
          <ac:chgData name="Nathan Wilkinson" userId="39f87f14-833c-4dc8-9ac0-438dde497fcf" providerId="ADAL" clId="{0B1635AF-8DF7-4C77-9B0F-D584A174F031}" dt="2020-04-17T14:24:46.661" v="199" actId="478"/>
          <ac:cxnSpMkLst>
            <pc:docMk/>
            <pc:sldMk cId="1823024549" sldId="302"/>
            <ac:cxnSpMk id="25" creationId="{1D0CE053-F3BA-494B-AE58-D84AD9226AF1}"/>
          </ac:cxnSpMkLst>
        </pc:cxnChg>
        <pc:cxnChg chg="mod">
          <ac:chgData name="Nathan Wilkinson" userId="39f87f14-833c-4dc8-9ac0-438dde497fcf" providerId="ADAL" clId="{0B1635AF-8DF7-4C77-9B0F-D584A174F031}" dt="2020-04-17T14:25:11.372" v="204" actId="1076"/>
          <ac:cxnSpMkLst>
            <pc:docMk/>
            <pc:sldMk cId="1823024549" sldId="302"/>
            <ac:cxnSpMk id="33" creationId="{4058CA14-8758-4FFB-BCC1-86A40BB48A7C}"/>
          </ac:cxnSpMkLst>
        </pc:cxnChg>
        <pc:cxnChg chg="mod">
          <ac:chgData name="Nathan Wilkinson" userId="39f87f14-833c-4dc8-9ac0-438dde497fcf" providerId="ADAL" clId="{0B1635AF-8DF7-4C77-9B0F-D584A174F031}" dt="2020-04-17T14:25:20.099" v="205" actId="1076"/>
          <ac:cxnSpMkLst>
            <pc:docMk/>
            <pc:sldMk cId="1823024549" sldId="302"/>
            <ac:cxnSpMk id="35" creationId="{31A7A6CD-56A5-4E87-B863-7385EF03A22B}"/>
          </ac:cxnSpMkLst>
        </pc:cxnChg>
        <pc:cxnChg chg="mod">
          <ac:chgData name="Nathan Wilkinson" userId="39f87f14-833c-4dc8-9ac0-438dde497fcf" providerId="ADAL" clId="{0B1635AF-8DF7-4C77-9B0F-D584A174F031}" dt="2020-04-17T14:25:36.649" v="208" actId="1076"/>
          <ac:cxnSpMkLst>
            <pc:docMk/>
            <pc:sldMk cId="1823024549" sldId="302"/>
            <ac:cxnSpMk id="36" creationId="{C1495B64-BE12-4A9B-AD80-CA7CB5026631}"/>
          </ac:cxnSpMkLst>
        </pc:cxnChg>
        <pc:cxnChg chg="mod">
          <ac:chgData name="Nathan Wilkinson" userId="39f87f14-833c-4dc8-9ac0-438dde497fcf" providerId="ADAL" clId="{0B1635AF-8DF7-4C77-9B0F-D584A174F031}" dt="2020-04-17T14:25:26.786" v="206" actId="1076"/>
          <ac:cxnSpMkLst>
            <pc:docMk/>
            <pc:sldMk cId="1823024549" sldId="302"/>
            <ac:cxnSpMk id="37" creationId="{E39F5F26-63EB-4F60-8BB5-A19EA3EA83F8}"/>
          </ac:cxnSpMkLst>
        </pc:cxnChg>
      </pc:sldChg>
      <pc:sldChg chg="addSp modSp add mod">
        <pc:chgData name="Nathan Wilkinson" userId="39f87f14-833c-4dc8-9ac0-438dde497fcf" providerId="ADAL" clId="{0B1635AF-8DF7-4C77-9B0F-D584A174F031}" dt="2020-04-17T14:31:39.131" v="310" actId="20577"/>
        <pc:sldMkLst>
          <pc:docMk/>
          <pc:sldMk cId="989177693" sldId="303"/>
        </pc:sldMkLst>
        <pc:spChg chg="mod">
          <ac:chgData name="Nathan Wilkinson" userId="39f87f14-833c-4dc8-9ac0-438dde497fcf" providerId="ADAL" clId="{0B1635AF-8DF7-4C77-9B0F-D584A174F031}" dt="2020-04-17T14:28:11.440" v="232" actId="20577"/>
          <ac:spMkLst>
            <pc:docMk/>
            <pc:sldMk cId="989177693" sldId="303"/>
            <ac:spMk id="9" creationId="{836D72C1-B6B7-4E51-AB2F-8C3152F62305}"/>
          </ac:spMkLst>
        </pc:spChg>
        <pc:spChg chg="mod">
          <ac:chgData name="Nathan Wilkinson" userId="39f87f14-833c-4dc8-9ac0-438dde497fcf" providerId="ADAL" clId="{0B1635AF-8DF7-4C77-9B0F-D584A174F031}" dt="2020-04-17T14:28:44.739" v="236" actId="1076"/>
          <ac:spMkLst>
            <pc:docMk/>
            <pc:sldMk cId="989177693" sldId="303"/>
            <ac:spMk id="10" creationId="{66B8A2DD-2094-4EBD-BF9D-7B92D5CB46C7}"/>
          </ac:spMkLst>
        </pc:spChg>
        <pc:spChg chg="mod">
          <ac:chgData name="Nathan Wilkinson" userId="39f87f14-833c-4dc8-9ac0-438dde497fcf" providerId="ADAL" clId="{0B1635AF-8DF7-4C77-9B0F-D584A174F031}" dt="2020-04-17T14:28:41.654" v="235" actId="1076"/>
          <ac:spMkLst>
            <pc:docMk/>
            <pc:sldMk cId="989177693" sldId="303"/>
            <ac:spMk id="11" creationId="{50459620-F90A-44B2-A683-90C6E148B9C5}"/>
          </ac:spMkLst>
        </pc:spChg>
        <pc:spChg chg="mod">
          <ac:chgData name="Nathan Wilkinson" userId="39f87f14-833c-4dc8-9ac0-438dde497fcf" providerId="ADAL" clId="{0B1635AF-8DF7-4C77-9B0F-D584A174F031}" dt="2020-04-17T14:28:50.418" v="237" actId="1076"/>
          <ac:spMkLst>
            <pc:docMk/>
            <pc:sldMk cId="989177693" sldId="303"/>
            <ac:spMk id="17" creationId="{FF2782A5-EA6E-4F3D-8835-1F628984775D}"/>
          </ac:spMkLst>
        </pc:spChg>
        <pc:spChg chg="mod">
          <ac:chgData name="Nathan Wilkinson" userId="39f87f14-833c-4dc8-9ac0-438dde497fcf" providerId="ADAL" clId="{0B1635AF-8DF7-4C77-9B0F-D584A174F031}" dt="2020-04-17T14:29:22.329" v="241" actId="1076"/>
          <ac:spMkLst>
            <pc:docMk/>
            <pc:sldMk cId="989177693" sldId="303"/>
            <ac:spMk id="29" creationId="{35D05978-7AC4-48FA-8699-E755CFF234D2}"/>
          </ac:spMkLst>
        </pc:spChg>
        <pc:spChg chg="mod">
          <ac:chgData name="Nathan Wilkinson" userId="39f87f14-833c-4dc8-9ac0-438dde497fcf" providerId="ADAL" clId="{0B1635AF-8DF7-4C77-9B0F-D584A174F031}" dt="2020-04-17T14:28:26.968" v="233" actId="1076"/>
          <ac:spMkLst>
            <pc:docMk/>
            <pc:sldMk cId="989177693" sldId="303"/>
            <ac:spMk id="30" creationId="{BF6A0EAF-0EFA-4DFA-B1B2-80CB9C2B8A09}"/>
          </ac:spMkLst>
        </pc:spChg>
        <pc:spChg chg="mod">
          <ac:chgData name="Nathan Wilkinson" userId="39f87f14-833c-4dc8-9ac0-438dde497fcf" providerId="ADAL" clId="{0B1635AF-8DF7-4C77-9B0F-D584A174F031}" dt="2020-04-17T14:29:17.159" v="240" actId="1076"/>
          <ac:spMkLst>
            <pc:docMk/>
            <pc:sldMk cId="989177693" sldId="303"/>
            <ac:spMk id="32" creationId="{F5B89348-8A5D-4B93-8F4F-6CCD3BF3BA32}"/>
          </ac:spMkLst>
        </pc:spChg>
        <pc:spChg chg="add mod">
          <ac:chgData name="Nathan Wilkinson" userId="39f87f14-833c-4dc8-9ac0-438dde497fcf" providerId="ADAL" clId="{0B1635AF-8DF7-4C77-9B0F-D584A174F031}" dt="2020-04-17T14:31:17.514" v="274" actId="20577"/>
          <ac:spMkLst>
            <pc:docMk/>
            <pc:sldMk cId="989177693" sldId="303"/>
            <ac:spMk id="38" creationId="{58C8937D-5870-4739-8282-D312500BF203}"/>
          </ac:spMkLst>
        </pc:spChg>
        <pc:spChg chg="add mod">
          <ac:chgData name="Nathan Wilkinson" userId="39f87f14-833c-4dc8-9ac0-438dde497fcf" providerId="ADAL" clId="{0B1635AF-8DF7-4C77-9B0F-D584A174F031}" dt="2020-04-17T14:31:11.209" v="265" actId="20577"/>
          <ac:spMkLst>
            <pc:docMk/>
            <pc:sldMk cId="989177693" sldId="303"/>
            <ac:spMk id="39" creationId="{D6A908D0-9D1F-41EE-911F-75717B52DEE0}"/>
          </ac:spMkLst>
        </pc:spChg>
        <pc:spChg chg="add mod">
          <ac:chgData name="Nathan Wilkinson" userId="39f87f14-833c-4dc8-9ac0-438dde497fcf" providerId="ADAL" clId="{0B1635AF-8DF7-4C77-9B0F-D584A174F031}" dt="2020-04-17T14:31:39.131" v="310" actId="20577"/>
          <ac:spMkLst>
            <pc:docMk/>
            <pc:sldMk cId="989177693" sldId="303"/>
            <ac:spMk id="41" creationId="{E0B5EFE4-2850-4CF3-B9FB-7ED379217B7A}"/>
          </ac:spMkLst>
        </pc:spChg>
        <pc:spChg chg="add mod">
          <ac:chgData name="Nathan Wilkinson" userId="39f87f14-833c-4dc8-9ac0-438dde497fcf" providerId="ADAL" clId="{0B1635AF-8DF7-4C77-9B0F-D584A174F031}" dt="2020-04-17T14:31:26.441" v="292" actId="20577"/>
          <ac:spMkLst>
            <pc:docMk/>
            <pc:sldMk cId="989177693" sldId="303"/>
            <ac:spMk id="42" creationId="{A3148F6E-349E-4E16-ADC4-A97B05981DFC}"/>
          </ac:spMkLst>
        </pc:spChg>
        <pc:cxnChg chg="mod">
          <ac:chgData name="Nathan Wilkinson" userId="39f87f14-833c-4dc8-9ac0-438dde497fcf" providerId="ADAL" clId="{0B1635AF-8DF7-4C77-9B0F-D584A174F031}" dt="2020-04-17T14:28:44.739" v="236" actId="1076"/>
          <ac:cxnSpMkLst>
            <pc:docMk/>
            <pc:sldMk cId="989177693" sldId="303"/>
            <ac:cxnSpMk id="21" creationId="{0500E38E-8F83-43F1-AFE2-1CCFB71C9394}"/>
          </ac:cxnSpMkLst>
        </pc:cxnChg>
        <pc:cxnChg chg="mod">
          <ac:chgData name="Nathan Wilkinson" userId="39f87f14-833c-4dc8-9ac0-438dde497fcf" providerId="ADAL" clId="{0B1635AF-8DF7-4C77-9B0F-D584A174F031}" dt="2020-04-17T14:28:41.654" v="235" actId="1076"/>
          <ac:cxnSpMkLst>
            <pc:docMk/>
            <pc:sldMk cId="989177693" sldId="303"/>
            <ac:cxnSpMk id="33" creationId="{4058CA14-8758-4FFB-BCC1-86A40BB48A7C}"/>
          </ac:cxnSpMkLst>
        </pc:cxnChg>
        <pc:cxnChg chg="mod">
          <ac:chgData name="Nathan Wilkinson" userId="39f87f14-833c-4dc8-9ac0-438dde497fcf" providerId="ADAL" clId="{0B1635AF-8DF7-4C77-9B0F-D584A174F031}" dt="2020-04-17T14:29:17.159" v="240" actId="1076"/>
          <ac:cxnSpMkLst>
            <pc:docMk/>
            <pc:sldMk cId="989177693" sldId="303"/>
            <ac:cxnSpMk id="35" creationId="{31A7A6CD-56A5-4E87-B863-7385EF03A22B}"/>
          </ac:cxnSpMkLst>
        </pc:cxnChg>
        <pc:cxnChg chg="mod">
          <ac:chgData name="Nathan Wilkinson" userId="39f87f14-833c-4dc8-9ac0-438dde497fcf" providerId="ADAL" clId="{0B1635AF-8DF7-4C77-9B0F-D584A174F031}" dt="2020-04-17T14:28:50.418" v="237" actId="1076"/>
          <ac:cxnSpMkLst>
            <pc:docMk/>
            <pc:sldMk cId="989177693" sldId="303"/>
            <ac:cxnSpMk id="36" creationId="{C1495B64-BE12-4A9B-AD80-CA7CB5026631}"/>
          </ac:cxnSpMkLst>
        </pc:cxnChg>
        <pc:cxnChg chg="mod">
          <ac:chgData name="Nathan Wilkinson" userId="39f87f14-833c-4dc8-9ac0-438dde497fcf" providerId="ADAL" clId="{0B1635AF-8DF7-4C77-9B0F-D584A174F031}" dt="2020-04-17T14:29:22.329" v="241" actId="1076"/>
          <ac:cxnSpMkLst>
            <pc:docMk/>
            <pc:sldMk cId="989177693" sldId="303"/>
            <ac:cxnSpMk id="37" creationId="{E39F5F26-63EB-4F60-8BB5-A19EA3EA83F8}"/>
          </ac:cxnSpMkLst>
        </pc:cxnChg>
        <pc:cxnChg chg="add mod">
          <ac:chgData name="Nathan Wilkinson" userId="39f87f14-833c-4dc8-9ac0-438dde497fcf" providerId="ADAL" clId="{0B1635AF-8DF7-4C77-9B0F-D584A174F031}" dt="2020-04-17T14:29:42.100" v="243" actId="1076"/>
          <ac:cxnSpMkLst>
            <pc:docMk/>
            <pc:sldMk cId="989177693" sldId="303"/>
            <ac:cxnSpMk id="40" creationId="{930263A1-7634-4DC7-B448-EF9D6F7B6812}"/>
          </ac:cxnSpMkLst>
        </pc:cxnChg>
        <pc:cxnChg chg="add mod">
          <ac:chgData name="Nathan Wilkinson" userId="39f87f14-833c-4dc8-9ac0-438dde497fcf" providerId="ADAL" clId="{0B1635AF-8DF7-4C77-9B0F-D584A174F031}" dt="2020-04-17T14:29:52.611" v="245" actId="1076"/>
          <ac:cxnSpMkLst>
            <pc:docMk/>
            <pc:sldMk cId="989177693" sldId="303"/>
            <ac:cxnSpMk id="43" creationId="{D3DAF94A-85DA-4345-8BB3-20ACF10669BA}"/>
          </ac:cxnSpMkLst>
        </pc:cxnChg>
        <pc:cxnChg chg="add mod">
          <ac:chgData name="Nathan Wilkinson" userId="39f87f14-833c-4dc8-9ac0-438dde497fcf" providerId="ADAL" clId="{0B1635AF-8DF7-4C77-9B0F-D584A174F031}" dt="2020-04-17T14:30:59.192" v="251" actId="14100"/>
          <ac:cxnSpMkLst>
            <pc:docMk/>
            <pc:sldMk cId="989177693" sldId="303"/>
            <ac:cxnSpMk id="44" creationId="{C3C6EB88-1232-4D25-8586-777831DDECA1}"/>
          </ac:cxnSpMkLst>
        </pc:cxnChg>
        <pc:cxnChg chg="add mod">
          <ac:chgData name="Nathan Wilkinson" userId="39f87f14-833c-4dc8-9ac0-438dde497fcf" providerId="ADAL" clId="{0B1635AF-8DF7-4C77-9B0F-D584A174F031}" dt="2020-04-17T14:30:54.520" v="249" actId="14100"/>
          <ac:cxnSpMkLst>
            <pc:docMk/>
            <pc:sldMk cId="989177693" sldId="303"/>
            <ac:cxnSpMk id="45" creationId="{46108C61-E8F7-4FB9-9B99-7C9344412C86}"/>
          </ac:cxnSpMkLst>
        </pc:cxnChg>
      </pc:sldChg>
      <pc:sldChg chg="addSp delSp modSp add mod">
        <pc:chgData name="Nathan Wilkinson" userId="39f87f14-833c-4dc8-9ac0-438dde497fcf" providerId="ADAL" clId="{0B1635AF-8DF7-4C77-9B0F-D584A174F031}" dt="2020-04-17T17:14:12.443" v="496" actId="478"/>
        <pc:sldMkLst>
          <pc:docMk/>
          <pc:sldMk cId="1351784194" sldId="304"/>
        </pc:sldMkLst>
        <pc:spChg chg="mod">
          <ac:chgData name="Nathan Wilkinson" userId="39f87f14-833c-4dc8-9ac0-438dde497fcf" providerId="ADAL" clId="{0B1635AF-8DF7-4C77-9B0F-D584A174F031}" dt="2020-04-17T14:45:20.468" v="418" actId="20577"/>
          <ac:spMkLst>
            <pc:docMk/>
            <pc:sldMk cId="1351784194" sldId="304"/>
            <ac:spMk id="9" creationId="{836D72C1-B6B7-4E51-AB2F-8C3152F62305}"/>
          </ac:spMkLst>
        </pc:spChg>
        <pc:spChg chg="mod">
          <ac:chgData name="Nathan Wilkinson" userId="39f87f14-833c-4dc8-9ac0-438dde497fcf" providerId="ADAL" clId="{0B1635AF-8DF7-4C77-9B0F-D584A174F031}" dt="2020-04-17T14:32:56.053" v="342" actId="20577"/>
          <ac:spMkLst>
            <pc:docMk/>
            <pc:sldMk cId="1351784194" sldId="304"/>
            <ac:spMk id="10" creationId="{66B8A2DD-2094-4EBD-BF9D-7B92D5CB46C7}"/>
          </ac:spMkLst>
        </pc:spChg>
        <pc:spChg chg="mod">
          <ac:chgData name="Nathan Wilkinson" userId="39f87f14-833c-4dc8-9ac0-438dde497fcf" providerId="ADAL" clId="{0B1635AF-8DF7-4C77-9B0F-D584A174F031}" dt="2020-04-17T17:13:27.168" v="489" actId="1076"/>
          <ac:spMkLst>
            <pc:docMk/>
            <pc:sldMk cId="1351784194" sldId="304"/>
            <ac:spMk id="11" creationId="{50459620-F90A-44B2-A683-90C6E148B9C5}"/>
          </ac:spMkLst>
        </pc:spChg>
        <pc:spChg chg="mod">
          <ac:chgData name="Nathan Wilkinson" userId="39f87f14-833c-4dc8-9ac0-438dde497fcf" providerId="ADAL" clId="{0B1635AF-8DF7-4C77-9B0F-D584A174F031}" dt="2020-04-17T17:13:56.443" v="495" actId="1076"/>
          <ac:spMkLst>
            <pc:docMk/>
            <pc:sldMk cId="1351784194" sldId="304"/>
            <ac:spMk id="17" creationId="{FF2782A5-EA6E-4F3D-8835-1F628984775D}"/>
          </ac:spMkLst>
        </pc:spChg>
        <pc:spChg chg="mod">
          <ac:chgData name="Nathan Wilkinson" userId="39f87f14-833c-4dc8-9ac0-438dde497fcf" providerId="ADAL" clId="{0B1635AF-8DF7-4C77-9B0F-D584A174F031}" dt="2020-04-17T14:46:22.472" v="426" actId="1076"/>
          <ac:spMkLst>
            <pc:docMk/>
            <pc:sldMk cId="1351784194" sldId="304"/>
            <ac:spMk id="29" creationId="{35D05978-7AC4-48FA-8699-E755CFF234D2}"/>
          </ac:spMkLst>
        </pc:spChg>
        <pc:spChg chg="mod">
          <ac:chgData name="Nathan Wilkinson" userId="39f87f14-833c-4dc8-9ac0-438dde497fcf" providerId="ADAL" clId="{0B1635AF-8DF7-4C77-9B0F-D584A174F031}" dt="2020-04-17T17:13:52.997" v="494" actId="1076"/>
          <ac:spMkLst>
            <pc:docMk/>
            <pc:sldMk cId="1351784194" sldId="304"/>
            <ac:spMk id="30" creationId="{BF6A0EAF-0EFA-4DFA-B1B2-80CB9C2B8A09}"/>
          </ac:spMkLst>
        </pc:spChg>
        <pc:spChg chg="mod">
          <ac:chgData name="Nathan Wilkinson" userId="39f87f14-833c-4dc8-9ac0-438dde497fcf" providerId="ADAL" clId="{0B1635AF-8DF7-4C77-9B0F-D584A174F031}" dt="2020-04-17T14:45:33.689" v="419" actId="1076"/>
          <ac:spMkLst>
            <pc:docMk/>
            <pc:sldMk cId="1351784194" sldId="304"/>
            <ac:spMk id="32" creationId="{F5B89348-8A5D-4B93-8F4F-6CCD3BF3BA32}"/>
          </ac:spMkLst>
        </pc:spChg>
        <pc:spChg chg="add del mod">
          <ac:chgData name="Nathan Wilkinson" userId="39f87f14-833c-4dc8-9ac0-438dde497fcf" providerId="ADAL" clId="{0B1635AF-8DF7-4C77-9B0F-D584A174F031}" dt="2020-04-17T14:46:08.362" v="423" actId="478"/>
          <ac:spMkLst>
            <pc:docMk/>
            <pc:sldMk cId="1351784194" sldId="304"/>
            <ac:spMk id="34" creationId="{1061474A-4295-428E-AF64-0A9C14DB8B1C}"/>
          </ac:spMkLst>
        </pc:spChg>
        <pc:spChg chg="del">
          <ac:chgData name="Nathan Wilkinson" userId="39f87f14-833c-4dc8-9ac0-438dde497fcf" providerId="ADAL" clId="{0B1635AF-8DF7-4C77-9B0F-D584A174F031}" dt="2020-04-17T14:42:03.849" v="384" actId="478"/>
          <ac:spMkLst>
            <pc:docMk/>
            <pc:sldMk cId="1351784194" sldId="304"/>
            <ac:spMk id="38" creationId="{58C8937D-5870-4739-8282-D312500BF203}"/>
          </ac:spMkLst>
        </pc:spChg>
        <pc:spChg chg="del">
          <ac:chgData name="Nathan Wilkinson" userId="39f87f14-833c-4dc8-9ac0-438dde497fcf" providerId="ADAL" clId="{0B1635AF-8DF7-4C77-9B0F-D584A174F031}" dt="2020-04-17T14:41:58.514" v="381" actId="478"/>
          <ac:spMkLst>
            <pc:docMk/>
            <pc:sldMk cId="1351784194" sldId="304"/>
            <ac:spMk id="39" creationId="{D6A908D0-9D1F-41EE-911F-75717B52DEE0}"/>
          </ac:spMkLst>
        </pc:spChg>
        <pc:spChg chg="del">
          <ac:chgData name="Nathan Wilkinson" userId="39f87f14-833c-4dc8-9ac0-438dde497fcf" providerId="ADAL" clId="{0B1635AF-8DF7-4C77-9B0F-D584A174F031}" dt="2020-04-17T14:43:05.394" v="394" actId="478"/>
          <ac:spMkLst>
            <pc:docMk/>
            <pc:sldMk cId="1351784194" sldId="304"/>
            <ac:spMk id="41" creationId="{E0B5EFE4-2850-4CF3-B9FB-7ED379217B7A}"/>
          </ac:spMkLst>
        </pc:spChg>
        <pc:spChg chg="del">
          <ac:chgData name="Nathan Wilkinson" userId="39f87f14-833c-4dc8-9ac0-438dde497fcf" providerId="ADAL" clId="{0B1635AF-8DF7-4C77-9B0F-D584A174F031}" dt="2020-04-17T14:42:59.902" v="391" actId="478"/>
          <ac:spMkLst>
            <pc:docMk/>
            <pc:sldMk cId="1351784194" sldId="304"/>
            <ac:spMk id="42" creationId="{A3148F6E-349E-4E16-ADC4-A97B05981DFC}"/>
          </ac:spMkLst>
        </pc:spChg>
        <pc:spChg chg="add mod">
          <ac:chgData name="Nathan Wilkinson" userId="39f87f14-833c-4dc8-9ac0-438dde497fcf" providerId="ADAL" clId="{0B1635AF-8DF7-4C77-9B0F-D584A174F031}" dt="2020-04-17T17:13:30.258" v="490" actId="1076"/>
          <ac:spMkLst>
            <pc:docMk/>
            <pc:sldMk cId="1351784194" sldId="304"/>
            <ac:spMk id="46" creationId="{A73934C9-7789-41AB-982E-18B37BCDF502}"/>
          </ac:spMkLst>
        </pc:spChg>
        <pc:spChg chg="add mod">
          <ac:chgData name="Nathan Wilkinson" userId="39f87f14-833c-4dc8-9ac0-438dde497fcf" providerId="ADAL" clId="{0B1635AF-8DF7-4C77-9B0F-D584A174F031}" dt="2020-04-17T17:13:44.435" v="491" actId="1076"/>
          <ac:spMkLst>
            <pc:docMk/>
            <pc:sldMk cId="1351784194" sldId="304"/>
            <ac:spMk id="47" creationId="{B64E9AF8-5211-478C-8186-F05D4C45FA15}"/>
          </ac:spMkLst>
        </pc:spChg>
        <pc:spChg chg="add mod">
          <ac:chgData name="Nathan Wilkinson" userId="39f87f14-833c-4dc8-9ac0-438dde497fcf" providerId="ADAL" clId="{0B1635AF-8DF7-4C77-9B0F-D584A174F031}" dt="2020-04-17T17:10:34.614" v="467" actId="1076"/>
          <ac:spMkLst>
            <pc:docMk/>
            <pc:sldMk cId="1351784194" sldId="304"/>
            <ac:spMk id="48" creationId="{4571BF8B-8C1D-4060-B16B-F9AD12199820}"/>
          </ac:spMkLst>
        </pc:spChg>
        <pc:spChg chg="add mod">
          <ac:chgData name="Nathan Wilkinson" userId="39f87f14-833c-4dc8-9ac0-438dde497fcf" providerId="ADAL" clId="{0B1635AF-8DF7-4C77-9B0F-D584A174F031}" dt="2020-04-17T17:10:32.339" v="466" actId="1076"/>
          <ac:spMkLst>
            <pc:docMk/>
            <pc:sldMk cId="1351784194" sldId="304"/>
            <ac:spMk id="49" creationId="{109259C7-964F-4765-908C-409F02F2F672}"/>
          </ac:spMkLst>
        </pc:spChg>
        <pc:spChg chg="add mod">
          <ac:chgData name="Nathan Wilkinson" userId="39f87f14-833c-4dc8-9ac0-438dde497fcf" providerId="ADAL" clId="{0B1635AF-8DF7-4C77-9B0F-D584A174F031}" dt="2020-04-17T17:09:37.583" v="450" actId="20577"/>
          <ac:spMkLst>
            <pc:docMk/>
            <pc:sldMk cId="1351784194" sldId="304"/>
            <ac:spMk id="50" creationId="{E6EB48D8-CD28-4154-BB85-5E32CCE562DD}"/>
          </ac:spMkLst>
        </pc:spChg>
        <pc:spChg chg="add del mod">
          <ac:chgData name="Nathan Wilkinson" userId="39f87f14-833c-4dc8-9ac0-438dde497fcf" providerId="ADAL" clId="{0B1635AF-8DF7-4C77-9B0F-D584A174F031}" dt="2020-04-17T17:14:12.443" v="496" actId="478"/>
          <ac:spMkLst>
            <pc:docMk/>
            <pc:sldMk cId="1351784194" sldId="304"/>
            <ac:spMk id="79" creationId="{0B3A1147-59B9-4DB7-A6D6-31BA1196E63C}"/>
          </ac:spMkLst>
        </pc:spChg>
        <pc:cxnChg chg="mod">
          <ac:chgData name="Nathan Wilkinson" userId="39f87f14-833c-4dc8-9ac0-438dde497fcf" providerId="ADAL" clId="{0B1635AF-8DF7-4C77-9B0F-D584A174F031}" dt="2020-04-17T17:13:27.168" v="489" actId="1076"/>
          <ac:cxnSpMkLst>
            <pc:docMk/>
            <pc:sldMk cId="1351784194" sldId="304"/>
            <ac:cxnSpMk id="21" creationId="{0500E38E-8F83-43F1-AFE2-1CCFB71C9394}"/>
          </ac:cxnSpMkLst>
        </pc:cxnChg>
        <pc:cxnChg chg="add del mod">
          <ac:chgData name="Nathan Wilkinson" userId="39f87f14-833c-4dc8-9ac0-438dde497fcf" providerId="ADAL" clId="{0B1635AF-8DF7-4C77-9B0F-D584A174F031}" dt="2020-04-17T14:46:09.252" v="424" actId="478"/>
          <ac:cxnSpMkLst>
            <pc:docMk/>
            <pc:sldMk cId="1351784194" sldId="304"/>
            <ac:cxnSpMk id="31" creationId="{F179B083-9A0A-4034-9DF8-725F34765506}"/>
          </ac:cxnSpMkLst>
        </pc:cxnChg>
        <pc:cxnChg chg="mod">
          <ac:chgData name="Nathan Wilkinson" userId="39f87f14-833c-4dc8-9ac0-438dde497fcf" providerId="ADAL" clId="{0B1635AF-8DF7-4C77-9B0F-D584A174F031}" dt="2020-04-17T17:13:52.997" v="494" actId="1076"/>
          <ac:cxnSpMkLst>
            <pc:docMk/>
            <pc:sldMk cId="1351784194" sldId="304"/>
            <ac:cxnSpMk id="33" creationId="{4058CA14-8758-4FFB-BCC1-86A40BB48A7C}"/>
          </ac:cxnSpMkLst>
        </pc:cxnChg>
        <pc:cxnChg chg="del mod">
          <ac:chgData name="Nathan Wilkinson" userId="39f87f14-833c-4dc8-9ac0-438dde497fcf" providerId="ADAL" clId="{0B1635AF-8DF7-4C77-9B0F-D584A174F031}" dt="2020-04-17T14:41:55.396" v="380" actId="478"/>
          <ac:cxnSpMkLst>
            <pc:docMk/>
            <pc:sldMk cId="1351784194" sldId="304"/>
            <ac:cxnSpMk id="35" creationId="{31A7A6CD-56A5-4E87-B863-7385EF03A22B}"/>
          </ac:cxnSpMkLst>
        </pc:cxnChg>
        <pc:cxnChg chg="mod">
          <ac:chgData name="Nathan Wilkinson" userId="39f87f14-833c-4dc8-9ac0-438dde497fcf" providerId="ADAL" clId="{0B1635AF-8DF7-4C77-9B0F-D584A174F031}" dt="2020-04-17T17:13:56.443" v="495" actId="1076"/>
          <ac:cxnSpMkLst>
            <pc:docMk/>
            <pc:sldMk cId="1351784194" sldId="304"/>
            <ac:cxnSpMk id="36" creationId="{C1495B64-BE12-4A9B-AD80-CA7CB5026631}"/>
          </ac:cxnSpMkLst>
        </pc:cxnChg>
        <pc:cxnChg chg="mod">
          <ac:chgData name="Nathan Wilkinson" userId="39f87f14-833c-4dc8-9ac0-438dde497fcf" providerId="ADAL" clId="{0B1635AF-8DF7-4C77-9B0F-D584A174F031}" dt="2020-04-17T14:46:22.472" v="426" actId="1076"/>
          <ac:cxnSpMkLst>
            <pc:docMk/>
            <pc:sldMk cId="1351784194" sldId="304"/>
            <ac:cxnSpMk id="37" creationId="{E39F5F26-63EB-4F60-8BB5-A19EA3EA83F8}"/>
          </ac:cxnSpMkLst>
        </pc:cxnChg>
        <pc:cxnChg chg="del mod">
          <ac:chgData name="Nathan Wilkinson" userId="39f87f14-833c-4dc8-9ac0-438dde497fcf" providerId="ADAL" clId="{0B1635AF-8DF7-4C77-9B0F-D584A174F031}" dt="2020-04-17T14:42:02.947" v="383" actId="478"/>
          <ac:cxnSpMkLst>
            <pc:docMk/>
            <pc:sldMk cId="1351784194" sldId="304"/>
            <ac:cxnSpMk id="40" creationId="{930263A1-7634-4DC7-B448-EF9D6F7B6812}"/>
          </ac:cxnSpMkLst>
        </pc:cxnChg>
        <pc:cxnChg chg="del mod">
          <ac:chgData name="Nathan Wilkinson" userId="39f87f14-833c-4dc8-9ac0-438dde497fcf" providerId="ADAL" clId="{0B1635AF-8DF7-4C77-9B0F-D584A174F031}" dt="2020-04-17T14:43:04.496" v="393" actId="478"/>
          <ac:cxnSpMkLst>
            <pc:docMk/>
            <pc:sldMk cId="1351784194" sldId="304"/>
            <ac:cxnSpMk id="43" creationId="{D3DAF94A-85DA-4345-8BB3-20ACF10669BA}"/>
          </ac:cxnSpMkLst>
        </pc:cxnChg>
        <pc:cxnChg chg="del mod">
          <ac:chgData name="Nathan Wilkinson" userId="39f87f14-833c-4dc8-9ac0-438dde497fcf" providerId="ADAL" clId="{0B1635AF-8DF7-4C77-9B0F-D584A174F031}" dt="2020-04-17T14:41:59.595" v="382" actId="478"/>
          <ac:cxnSpMkLst>
            <pc:docMk/>
            <pc:sldMk cId="1351784194" sldId="304"/>
            <ac:cxnSpMk id="44" creationId="{C3C6EB88-1232-4D25-8586-777831DDECA1}"/>
          </ac:cxnSpMkLst>
        </pc:cxnChg>
        <pc:cxnChg chg="del mod">
          <ac:chgData name="Nathan Wilkinson" userId="39f87f14-833c-4dc8-9ac0-438dde497fcf" providerId="ADAL" clId="{0B1635AF-8DF7-4C77-9B0F-D584A174F031}" dt="2020-04-17T14:43:02.391" v="392" actId="478"/>
          <ac:cxnSpMkLst>
            <pc:docMk/>
            <pc:sldMk cId="1351784194" sldId="304"/>
            <ac:cxnSpMk id="45" creationId="{46108C61-E8F7-4FB9-9B99-7C9344412C86}"/>
          </ac:cxnSpMkLst>
        </pc:cxnChg>
        <pc:cxnChg chg="add mod">
          <ac:chgData name="Nathan Wilkinson" userId="39f87f14-833c-4dc8-9ac0-438dde497fcf" providerId="ADAL" clId="{0B1635AF-8DF7-4C77-9B0F-D584A174F031}" dt="2020-04-17T17:09:33.127" v="446" actId="14100"/>
          <ac:cxnSpMkLst>
            <pc:docMk/>
            <pc:sldMk cId="1351784194" sldId="304"/>
            <ac:cxnSpMk id="51" creationId="{03E3404D-C7B4-4540-A4EA-82625CAC1C6F}"/>
          </ac:cxnSpMkLst>
        </pc:cxnChg>
        <pc:cxnChg chg="add mod">
          <ac:chgData name="Nathan Wilkinson" userId="39f87f14-833c-4dc8-9ac0-438dde497fcf" providerId="ADAL" clId="{0B1635AF-8DF7-4C77-9B0F-D584A174F031}" dt="2020-04-17T17:13:44.435" v="491" actId="1076"/>
          <ac:cxnSpMkLst>
            <pc:docMk/>
            <pc:sldMk cId="1351784194" sldId="304"/>
            <ac:cxnSpMk id="52" creationId="{9F1ED2A2-A824-4DCC-94E3-791361479AD6}"/>
          </ac:cxnSpMkLst>
        </pc:cxnChg>
        <pc:cxnChg chg="add mod">
          <ac:chgData name="Nathan Wilkinson" userId="39f87f14-833c-4dc8-9ac0-438dde497fcf" providerId="ADAL" clId="{0B1635AF-8DF7-4C77-9B0F-D584A174F031}" dt="2020-04-17T17:13:30.258" v="490" actId="1076"/>
          <ac:cxnSpMkLst>
            <pc:docMk/>
            <pc:sldMk cId="1351784194" sldId="304"/>
            <ac:cxnSpMk id="53" creationId="{F60B8F94-31F3-443F-B3E2-14AA697938A5}"/>
          </ac:cxnSpMkLst>
        </pc:cxnChg>
        <pc:cxnChg chg="add mod">
          <ac:chgData name="Nathan Wilkinson" userId="39f87f14-833c-4dc8-9ac0-438dde497fcf" providerId="ADAL" clId="{0B1635AF-8DF7-4C77-9B0F-D584A174F031}" dt="2020-04-17T17:13:30.258" v="490" actId="1076"/>
          <ac:cxnSpMkLst>
            <pc:docMk/>
            <pc:sldMk cId="1351784194" sldId="304"/>
            <ac:cxnSpMk id="56" creationId="{4B481964-6435-4D4D-916E-120405B87E7E}"/>
          </ac:cxnSpMkLst>
        </pc:cxnChg>
        <pc:cxnChg chg="add mod">
          <ac:chgData name="Nathan Wilkinson" userId="39f87f14-833c-4dc8-9ac0-438dde497fcf" providerId="ADAL" clId="{0B1635AF-8DF7-4C77-9B0F-D584A174F031}" dt="2020-04-17T17:13:27.168" v="489" actId="1076"/>
          <ac:cxnSpMkLst>
            <pc:docMk/>
            <pc:sldMk cId="1351784194" sldId="304"/>
            <ac:cxnSpMk id="59" creationId="{4711D8B4-C7C2-4F21-B501-ACCC4E2BC2EE}"/>
          </ac:cxnSpMkLst>
        </pc:cxnChg>
        <pc:cxnChg chg="add mod">
          <ac:chgData name="Nathan Wilkinson" userId="39f87f14-833c-4dc8-9ac0-438dde497fcf" providerId="ADAL" clId="{0B1635AF-8DF7-4C77-9B0F-D584A174F031}" dt="2020-04-17T17:10:42.001" v="470" actId="14100"/>
          <ac:cxnSpMkLst>
            <pc:docMk/>
            <pc:sldMk cId="1351784194" sldId="304"/>
            <ac:cxnSpMk id="67" creationId="{724C57A1-6592-40E9-8AE3-7C60EE7A4922}"/>
          </ac:cxnSpMkLst>
        </pc:cxnChg>
        <pc:cxnChg chg="add del">
          <ac:chgData name="Nathan Wilkinson" userId="39f87f14-833c-4dc8-9ac0-438dde497fcf" providerId="ADAL" clId="{0B1635AF-8DF7-4C77-9B0F-D584A174F031}" dt="2020-04-17T17:11:37.443" v="472"/>
          <ac:cxnSpMkLst>
            <pc:docMk/>
            <pc:sldMk cId="1351784194" sldId="304"/>
            <ac:cxnSpMk id="70" creationId="{DB2C5189-AFB2-4FB3-904B-6B5BF2548F4F}"/>
          </ac:cxnSpMkLst>
        </pc:cxnChg>
      </pc:sldChg>
      <pc:sldChg chg="add del">
        <pc:chgData name="Nathan Wilkinson" userId="39f87f14-833c-4dc8-9ac0-438dde497fcf" providerId="ADAL" clId="{0B1635AF-8DF7-4C77-9B0F-D584A174F031}" dt="2020-04-17T14:32:25.551" v="314"/>
        <pc:sldMkLst>
          <pc:docMk/>
          <pc:sldMk cId="1948972357" sldId="304"/>
        </pc:sldMkLst>
      </pc:sldChg>
      <pc:sldChg chg="addSp modSp add mod">
        <pc:chgData name="Nathan Wilkinson" userId="39f87f14-833c-4dc8-9ac0-438dde497fcf" providerId="ADAL" clId="{0B1635AF-8DF7-4C77-9B0F-D584A174F031}" dt="2020-04-17T17:15:25.798" v="517" actId="1076"/>
        <pc:sldMkLst>
          <pc:docMk/>
          <pc:sldMk cId="1527451872" sldId="305"/>
        </pc:sldMkLst>
        <pc:spChg chg="mod">
          <ac:chgData name="Nathan Wilkinson" userId="39f87f14-833c-4dc8-9ac0-438dde497fcf" providerId="ADAL" clId="{0B1635AF-8DF7-4C77-9B0F-D584A174F031}" dt="2020-04-17T17:11:48.668" v="486" actId="20577"/>
          <ac:spMkLst>
            <pc:docMk/>
            <pc:sldMk cId="1527451872" sldId="305"/>
            <ac:spMk id="9" creationId="{836D72C1-B6B7-4E51-AB2F-8C3152F62305}"/>
          </ac:spMkLst>
        </pc:spChg>
        <pc:spChg chg="mod">
          <ac:chgData name="Nathan Wilkinson" userId="39f87f14-833c-4dc8-9ac0-438dde497fcf" providerId="ADAL" clId="{0B1635AF-8DF7-4C77-9B0F-D584A174F031}" dt="2020-04-17T17:13:14.469" v="487" actId="1076"/>
          <ac:spMkLst>
            <pc:docMk/>
            <pc:sldMk cId="1527451872" sldId="305"/>
            <ac:spMk id="11" creationId="{50459620-F90A-44B2-A683-90C6E148B9C5}"/>
          </ac:spMkLst>
        </pc:spChg>
        <pc:spChg chg="add mod">
          <ac:chgData name="Nathan Wilkinson" userId="39f87f14-833c-4dc8-9ac0-438dde497fcf" providerId="ADAL" clId="{0B1635AF-8DF7-4C77-9B0F-D584A174F031}" dt="2020-04-17T17:15:06.486" v="512" actId="1076"/>
          <ac:spMkLst>
            <pc:docMk/>
            <pc:sldMk cId="1527451872" sldId="305"/>
            <ac:spMk id="38" creationId="{EC5356DD-9487-403A-92FC-F312ED7BF01E}"/>
          </ac:spMkLst>
        </pc:spChg>
        <pc:spChg chg="add mod">
          <ac:chgData name="Nathan Wilkinson" userId="39f87f14-833c-4dc8-9ac0-438dde497fcf" providerId="ADAL" clId="{0B1635AF-8DF7-4C77-9B0F-D584A174F031}" dt="2020-04-17T17:15:25.798" v="517" actId="1076"/>
          <ac:spMkLst>
            <pc:docMk/>
            <pc:sldMk cId="1527451872" sldId="305"/>
            <ac:spMk id="39" creationId="{19BE1359-CEA4-48D5-B2CE-3F70101068E7}"/>
          </ac:spMkLst>
        </pc:spChg>
        <pc:spChg chg="mod">
          <ac:chgData name="Nathan Wilkinson" userId="39f87f14-833c-4dc8-9ac0-438dde497fcf" providerId="ADAL" clId="{0B1635AF-8DF7-4C77-9B0F-D584A174F031}" dt="2020-04-17T17:13:21.558" v="488" actId="1076"/>
          <ac:spMkLst>
            <pc:docMk/>
            <pc:sldMk cId="1527451872" sldId="305"/>
            <ac:spMk id="46" creationId="{A73934C9-7789-41AB-982E-18B37BCDF502}"/>
          </ac:spMkLst>
        </pc:spChg>
        <pc:spChg chg="mod">
          <ac:chgData name="Nathan Wilkinson" userId="39f87f14-833c-4dc8-9ac0-438dde497fcf" providerId="ADAL" clId="{0B1635AF-8DF7-4C77-9B0F-D584A174F031}" dt="2020-04-17T17:15:01.539" v="511" actId="1076"/>
          <ac:spMkLst>
            <pc:docMk/>
            <pc:sldMk cId="1527451872" sldId="305"/>
            <ac:spMk id="47" creationId="{B64E9AF8-5211-478C-8186-F05D4C45FA15}"/>
          </ac:spMkLst>
        </pc:spChg>
        <pc:cxnChg chg="mod">
          <ac:chgData name="Nathan Wilkinson" userId="39f87f14-833c-4dc8-9ac0-438dde497fcf" providerId="ADAL" clId="{0B1635AF-8DF7-4C77-9B0F-D584A174F031}" dt="2020-04-17T17:13:14.469" v="487" actId="1076"/>
          <ac:cxnSpMkLst>
            <pc:docMk/>
            <pc:sldMk cId="1527451872" sldId="305"/>
            <ac:cxnSpMk id="21" creationId="{0500E38E-8F83-43F1-AFE2-1CCFB71C9394}"/>
          </ac:cxnSpMkLst>
        </pc:cxnChg>
        <pc:cxnChg chg="mod">
          <ac:chgData name="Nathan Wilkinson" userId="39f87f14-833c-4dc8-9ac0-438dde497fcf" providerId="ADAL" clId="{0B1635AF-8DF7-4C77-9B0F-D584A174F031}" dt="2020-04-17T17:13:14.469" v="487" actId="1076"/>
          <ac:cxnSpMkLst>
            <pc:docMk/>
            <pc:sldMk cId="1527451872" sldId="305"/>
            <ac:cxnSpMk id="33" creationId="{4058CA14-8758-4FFB-BCC1-86A40BB48A7C}"/>
          </ac:cxnSpMkLst>
        </pc:cxnChg>
        <pc:cxnChg chg="add mod">
          <ac:chgData name="Nathan Wilkinson" userId="39f87f14-833c-4dc8-9ac0-438dde497fcf" providerId="ADAL" clId="{0B1635AF-8DF7-4C77-9B0F-D584A174F031}" dt="2020-04-17T17:15:06.486" v="512" actId="1076"/>
          <ac:cxnSpMkLst>
            <pc:docMk/>
            <pc:sldMk cId="1527451872" sldId="305"/>
            <ac:cxnSpMk id="40" creationId="{FA7144A8-ACC3-4AD1-96E7-17B4FDCEC939}"/>
          </ac:cxnSpMkLst>
        </pc:cxnChg>
        <pc:cxnChg chg="add mod">
          <ac:chgData name="Nathan Wilkinson" userId="39f87f14-833c-4dc8-9ac0-438dde497fcf" providerId="ADAL" clId="{0B1635AF-8DF7-4C77-9B0F-D584A174F031}" dt="2020-04-17T17:15:25.798" v="517" actId="1076"/>
          <ac:cxnSpMkLst>
            <pc:docMk/>
            <pc:sldMk cId="1527451872" sldId="305"/>
            <ac:cxnSpMk id="45" creationId="{9D3E3DE2-0CC3-4F4A-A921-39467726C8D5}"/>
          </ac:cxnSpMkLst>
        </pc:cxnChg>
        <pc:cxnChg chg="mod">
          <ac:chgData name="Nathan Wilkinson" userId="39f87f14-833c-4dc8-9ac0-438dde497fcf" providerId="ADAL" clId="{0B1635AF-8DF7-4C77-9B0F-D584A174F031}" dt="2020-04-17T17:15:01.539" v="511" actId="1076"/>
          <ac:cxnSpMkLst>
            <pc:docMk/>
            <pc:sldMk cId="1527451872" sldId="305"/>
            <ac:cxnSpMk id="52" creationId="{9F1ED2A2-A824-4DCC-94E3-791361479AD6}"/>
          </ac:cxnSpMkLst>
        </pc:cxnChg>
        <pc:cxnChg chg="mod">
          <ac:chgData name="Nathan Wilkinson" userId="39f87f14-833c-4dc8-9ac0-438dde497fcf" providerId="ADAL" clId="{0B1635AF-8DF7-4C77-9B0F-D584A174F031}" dt="2020-04-17T17:13:21.558" v="488" actId="1076"/>
          <ac:cxnSpMkLst>
            <pc:docMk/>
            <pc:sldMk cId="1527451872" sldId="305"/>
            <ac:cxnSpMk id="53" creationId="{F60B8F94-31F3-443F-B3E2-14AA697938A5}"/>
          </ac:cxnSpMkLst>
        </pc:cxnChg>
        <pc:cxnChg chg="mod">
          <ac:chgData name="Nathan Wilkinson" userId="39f87f14-833c-4dc8-9ac0-438dde497fcf" providerId="ADAL" clId="{0B1635AF-8DF7-4C77-9B0F-D584A174F031}" dt="2020-04-17T17:13:21.558" v="488" actId="1076"/>
          <ac:cxnSpMkLst>
            <pc:docMk/>
            <pc:sldMk cId="1527451872" sldId="305"/>
            <ac:cxnSpMk id="56" creationId="{4B481964-6435-4D4D-916E-120405B87E7E}"/>
          </ac:cxnSpMkLst>
        </pc:cxnChg>
        <pc:cxnChg chg="mod">
          <ac:chgData name="Nathan Wilkinson" userId="39f87f14-833c-4dc8-9ac0-438dde497fcf" providerId="ADAL" clId="{0B1635AF-8DF7-4C77-9B0F-D584A174F031}" dt="2020-04-17T17:13:14.469" v="487" actId="1076"/>
          <ac:cxnSpMkLst>
            <pc:docMk/>
            <pc:sldMk cId="1527451872" sldId="305"/>
            <ac:cxnSpMk id="59" creationId="{4711D8B4-C7C2-4F21-B501-ACCC4E2BC2EE}"/>
          </ac:cxnSpMkLst>
        </pc:cxnChg>
      </pc:sldChg>
      <pc:sldChg chg="addSp delSp modSp add mod">
        <pc:chgData name="Nathan Wilkinson" userId="39f87f14-833c-4dc8-9ac0-438dde497fcf" providerId="ADAL" clId="{0B1635AF-8DF7-4C77-9B0F-D584A174F031}" dt="2020-04-17T17:18:31.135" v="574" actId="20577"/>
        <pc:sldMkLst>
          <pc:docMk/>
          <pc:sldMk cId="439846265" sldId="306"/>
        </pc:sldMkLst>
        <pc:spChg chg="mod">
          <ac:chgData name="Nathan Wilkinson" userId="39f87f14-833c-4dc8-9ac0-438dde497fcf" providerId="ADAL" clId="{0B1635AF-8DF7-4C77-9B0F-D584A174F031}" dt="2020-04-17T17:18:01.335" v="534" actId="1076"/>
          <ac:spMkLst>
            <pc:docMk/>
            <pc:sldMk cId="439846265" sldId="306"/>
            <ac:spMk id="4" creationId="{CCC34BF1-56F4-4134-8E8A-20482346F3A3}"/>
          </ac:spMkLst>
        </pc:spChg>
        <pc:spChg chg="add del mod">
          <ac:chgData name="Nathan Wilkinson" userId="39f87f14-833c-4dc8-9ac0-438dde497fcf" providerId="ADAL" clId="{0B1635AF-8DF7-4C77-9B0F-D584A174F031}" dt="2020-04-17T17:18:22.509" v="557" actId="20577"/>
          <ac:spMkLst>
            <pc:docMk/>
            <pc:sldMk cId="439846265" sldId="306"/>
            <ac:spMk id="5" creationId="{D1996E14-F852-4723-A2E5-726C4629C590}"/>
          </ac:spMkLst>
        </pc:spChg>
        <pc:spChg chg="add del mod">
          <ac:chgData name="Nathan Wilkinson" userId="39f87f14-833c-4dc8-9ac0-438dde497fcf" providerId="ADAL" clId="{0B1635AF-8DF7-4C77-9B0F-D584A174F031}" dt="2020-04-17T17:18:31.135" v="574" actId="20577"/>
          <ac:spMkLst>
            <pc:docMk/>
            <pc:sldMk cId="439846265" sldId="306"/>
            <ac:spMk id="6" creationId="{11E2AB13-D40B-496A-8016-4D4137455E32}"/>
          </ac:spMkLst>
        </pc:spChg>
        <pc:spChg chg="add del">
          <ac:chgData name="Nathan Wilkinson" userId="39f87f14-833c-4dc8-9ac0-438dde497fcf" providerId="ADAL" clId="{0B1635AF-8DF7-4C77-9B0F-D584A174F031}" dt="2020-04-17T17:18:10.217" v="544" actId="478"/>
          <ac:spMkLst>
            <pc:docMk/>
            <pc:sldMk cId="439846265" sldId="306"/>
            <ac:spMk id="7" creationId="{892C5D24-16B5-4795-A5D2-8675AAC29B1C}"/>
          </ac:spMkLst>
        </pc:spChg>
        <pc:spChg chg="add del mod">
          <ac:chgData name="Nathan Wilkinson" userId="39f87f14-833c-4dc8-9ac0-438dde497fcf" providerId="ADAL" clId="{0B1635AF-8DF7-4C77-9B0F-D584A174F031}" dt="2020-04-17T17:18:19.155" v="548" actId="14100"/>
          <ac:spMkLst>
            <pc:docMk/>
            <pc:sldMk cId="439846265" sldId="306"/>
            <ac:spMk id="9" creationId="{C938A26D-BE4D-40DC-98F5-7EC667C67E4C}"/>
          </ac:spMkLst>
        </pc:spChg>
        <pc:spChg chg="add del">
          <ac:chgData name="Nathan Wilkinson" userId="39f87f14-833c-4dc8-9ac0-438dde497fcf" providerId="ADAL" clId="{0B1635AF-8DF7-4C77-9B0F-D584A174F031}" dt="2020-04-17T17:18:05.107" v="543" actId="478"/>
          <ac:spMkLst>
            <pc:docMk/>
            <pc:sldMk cId="439846265" sldId="306"/>
            <ac:spMk id="13" creationId="{D29B4355-7D89-4C79-B290-9CF0BD0F2219}"/>
          </ac:spMkLst>
        </pc:spChg>
        <pc:spChg chg="mod">
          <ac:chgData name="Nathan Wilkinson" userId="39f87f14-833c-4dc8-9ac0-438dde497fcf" providerId="ADAL" clId="{0B1635AF-8DF7-4C77-9B0F-D584A174F031}" dt="2020-04-17T17:18:01.335" v="534" actId="1076"/>
          <ac:spMkLst>
            <pc:docMk/>
            <pc:sldMk cId="439846265" sldId="306"/>
            <ac:spMk id="15" creationId="{ECAC52F7-485F-47F3-94DC-3B9D5FDBD276}"/>
          </ac:spMkLst>
        </pc:spChg>
        <pc:spChg chg="mod">
          <ac:chgData name="Nathan Wilkinson" userId="39f87f14-833c-4dc8-9ac0-438dde497fcf" providerId="ADAL" clId="{0B1635AF-8DF7-4C77-9B0F-D584A174F031}" dt="2020-04-17T17:18:01.335" v="534" actId="1076"/>
          <ac:spMkLst>
            <pc:docMk/>
            <pc:sldMk cId="439846265" sldId="306"/>
            <ac:spMk id="17" creationId="{9D070C06-D901-4A7F-A4AD-FBFF7B2693DE}"/>
          </ac:spMkLst>
        </pc:spChg>
        <pc:spChg chg="add del">
          <ac:chgData name="Nathan Wilkinson" userId="39f87f14-833c-4dc8-9ac0-438dde497fcf" providerId="ADAL" clId="{0B1635AF-8DF7-4C77-9B0F-D584A174F031}" dt="2020-04-17T17:18:13.139" v="546" actId="478"/>
          <ac:spMkLst>
            <pc:docMk/>
            <pc:sldMk cId="439846265" sldId="306"/>
            <ac:spMk id="21" creationId="{310E1814-E8A3-4881-AA5D-5F418DACDDF0}"/>
          </ac:spMkLst>
        </pc:spChg>
        <pc:spChg chg="mod">
          <ac:chgData name="Nathan Wilkinson" userId="39f87f14-833c-4dc8-9ac0-438dde497fcf" providerId="ADAL" clId="{0B1635AF-8DF7-4C77-9B0F-D584A174F031}" dt="2020-04-17T17:18:01.335" v="534" actId="1076"/>
          <ac:spMkLst>
            <pc:docMk/>
            <pc:sldMk cId="439846265" sldId="306"/>
            <ac:spMk id="24" creationId="{7D773F8D-2792-48A2-A2AD-2757C8055F8A}"/>
          </ac:spMkLst>
        </pc:spChg>
        <pc:cxnChg chg="add del mod">
          <ac:chgData name="Nathan Wilkinson" userId="39f87f14-833c-4dc8-9ac0-438dde497fcf" providerId="ADAL" clId="{0B1635AF-8DF7-4C77-9B0F-D584A174F031}" dt="2020-04-17T17:18:05.107" v="543" actId="478"/>
          <ac:cxnSpMkLst>
            <pc:docMk/>
            <pc:sldMk cId="439846265" sldId="306"/>
            <ac:cxnSpMk id="8" creationId="{182449D7-6298-419F-9F80-E2ACCE96686F}"/>
          </ac:cxnSpMkLst>
        </pc:cxnChg>
        <pc:cxnChg chg="add del mod">
          <ac:chgData name="Nathan Wilkinson" userId="39f87f14-833c-4dc8-9ac0-438dde497fcf" providerId="ADAL" clId="{0B1635AF-8DF7-4C77-9B0F-D584A174F031}" dt="2020-04-17T17:18:03.002" v="539" actId="478"/>
          <ac:cxnSpMkLst>
            <pc:docMk/>
            <pc:sldMk cId="439846265" sldId="306"/>
            <ac:cxnSpMk id="12" creationId="{15ABE236-6C48-4D7A-8228-4C2EBF68E733}"/>
          </ac:cxnSpMkLst>
        </pc:cxnChg>
        <pc:cxnChg chg="add del mod">
          <ac:chgData name="Nathan Wilkinson" userId="39f87f14-833c-4dc8-9ac0-438dde497fcf" providerId="ADAL" clId="{0B1635AF-8DF7-4C77-9B0F-D584A174F031}" dt="2020-04-17T17:18:11.291" v="545" actId="478"/>
          <ac:cxnSpMkLst>
            <pc:docMk/>
            <pc:sldMk cId="439846265" sldId="306"/>
            <ac:cxnSpMk id="16" creationId="{F09E61D3-AB2F-43D1-9D0B-F0BCB77D89EF}"/>
          </ac:cxnSpMkLst>
        </pc:cxnChg>
        <pc:cxnChg chg="mod">
          <ac:chgData name="Nathan Wilkinson" userId="39f87f14-833c-4dc8-9ac0-438dde497fcf" providerId="ADAL" clId="{0B1635AF-8DF7-4C77-9B0F-D584A174F031}" dt="2020-04-17T17:18:01.335" v="534" actId="1076"/>
          <ac:cxnSpMkLst>
            <pc:docMk/>
            <pc:sldMk cId="439846265" sldId="306"/>
            <ac:cxnSpMk id="20" creationId="{E50541E2-B1DB-4657-8355-0BD91C532A68}"/>
          </ac:cxnSpMkLst>
        </pc:cxnChg>
        <pc:cxnChg chg="add del mod">
          <ac:chgData name="Nathan Wilkinson" userId="39f87f14-833c-4dc8-9ac0-438dde497fcf" providerId="ADAL" clId="{0B1635AF-8DF7-4C77-9B0F-D584A174F031}" dt="2020-04-17T17:18:14.448" v="547" actId="478"/>
          <ac:cxnSpMkLst>
            <pc:docMk/>
            <pc:sldMk cId="439846265" sldId="306"/>
            <ac:cxnSpMk id="22" creationId="{56057739-A79B-4FFD-AAA0-63929F629440}"/>
          </ac:cxnSpMkLst>
        </pc:cxnChg>
        <pc:cxnChg chg="mod">
          <ac:chgData name="Nathan Wilkinson" userId="39f87f14-833c-4dc8-9ac0-438dde497fcf" providerId="ADAL" clId="{0B1635AF-8DF7-4C77-9B0F-D584A174F031}" dt="2020-04-17T17:18:01.335" v="534" actId="1076"/>
          <ac:cxnSpMkLst>
            <pc:docMk/>
            <pc:sldMk cId="439846265" sldId="306"/>
            <ac:cxnSpMk id="25" creationId="{74E4F188-A922-415A-95E2-C25D33020551}"/>
          </ac:cxnSpMkLst>
        </pc:cxnChg>
      </pc:sldChg>
      <pc:sldChg chg="delSp modSp add mod">
        <pc:chgData name="Nathan Wilkinson" userId="39f87f14-833c-4dc8-9ac0-438dde497fcf" providerId="ADAL" clId="{0B1635AF-8DF7-4C77-9B0F-D584A174F031}" dt="2020-04-17T17:19:26.692" v="584" actId="478"/>
        <pc:sldMkLst>
          <pc:docMk/>
          <pc:sldMk cId="1532236084" sldId="307"/>
        </pc:sldMkLst>
        <pc:spChg chg="mod">
          <ac:chgData name="Nathan Wilkinson" userId="39f87f14-833c-4dc8-9ac0-438dde497fcf" providerId="ADAL" clId="{0B1635AF-8DF7-4C77-9B0F-D584A174F031}" dt="2020-04-17T17:19:23.314" v="582" actId="20577"/>
          <ac:spMkLst>
            <pc:docMk/>
            <pc:sldMk cId="1532236084" sldId="307"/>
            <ac:spMk id="9" creationId="{836D72C1-B6B7-4E51-AB2F-8C3152F62305}"/>
          </ac:spMkLst>
        </pc:spChg>
        <pc:spChg chg="del">
          <ac:chgData name="Nathan Wilkinson" userId="39f87f14-833c-4dc8-9ac0-438dde497fcf" providerId="ADAL" clId="{0B1635AF-8DF7-4C77-9B0F-D584A174F031}" dt="2020-04-17T17:19:25.497" v="583" actId="478"/>
          <ac:spMkLst>
            <pc:docMk/>
            <pc:sldMk cId="1532236084" sldId="307"/>
            <ac:spMk id="10" creationId="{66B8A2DD-2094-4EBD-BF9D-7B92D5CB46C7}"/>
          </ac:spMkLst>
        </pc:spChg>
        <pc:cxnChg chg="del mod">
          <ac:chgData name="Nathan Wilkinson" userId="39f87f14-833c-4dc8-9ac0-438dde497fcf" providerId="ADAL" clId="{0B1635AF-8DF7-4C77-9B0F-D584A174F031}" dt="2020-04-17T17:19:26.692" v="584" actId="478"/>
          <ac:cxnSpMkLst>
            <pc:docMk/>
            <pc:sldMk cId="1532236084" sldId="307"/>
            <ac:cxnSpMk id="21" creationId="{0500E38E-8F83-43F1-AFE2-1CCFB71C9394}"/>
          </ac:cxnSpMkLst>
        </pc:cxnChg>
      </pc:sldChg>
      <pc:sldChg chg="delSp modSp add mod">
        <pc:chgData name="Nathan Wilkinson" userId="39f87f14-833c-4dc8-9ac0-438dde497fcf" providerId="ADAL" clId="{0B1635AF-8DF7-4C77-9B0F-D584A174F031}" dt="2020-04-17T17:23:16.035" v="642" actId="1076"/>
        <pc:sldMkLst>
          <pc:docMk/>
          <pc:sldMk cId="1607061235" sldId="308"/>
        </pc:sldMkLst>
        <pc:spChg chg="mod">
          <ac:chgData name="Nathan Wilkinson" userId="39f87f14-833c-4dc8-9ac0-438dde497fcf" providerId="ADAL" clId="{0B1635AF-8DF7-4C77-9B0F-D584A174F031}" dt="2020-04-17T17:20:18.267" v="600" actId="20577"/>
          <ac:spMkLst>
            <pc:docMk/>
            <pc:sldMk cId="1607061235" sldId="308"/>
            <ac:spMk id="9" creationId="{836D72C1-B6B7-4E51-AB2F-8C3152F62305}"/>
          </ac:spMkLst>
        </pc:spChg>
        <pc:spChg chg="del">
          <ac:chgData name="Nathan Wilkinson" userId="39f87f14-833c-4dc8-9ac0-438dde497fcf" providerId="ADAL" clId="{0B1635AF-8DF7-4C77-9B0F-D584A174F031}" dt="2020-04-17T17:20:20.796" v="601" actId="478"/>
          <ac:spMkLst>
            <pc:docMk/>
            <pc:sldMk cId="1607061235" sldId="308"/>
            <ac:spMk id="10" creationId="{66B8A2DD-2094-4EBD-BF9D-7B92D5CB46C7}"/>
          </ac:spMkLst>
        </pc:spChg>
        <pc:spChg chg="mod">
          <ac:chgData name="Nathan Wilkinson" userId="39f87f14-833c-4dc8-9ac0-438dde497fcf" providerId="ADAL" clId="{0B1635AF-8DF7-4C77-9B0F-D584A174F031}" dt="2020-04-17T17:23:04.267" v="640" actId="1076"/>
          <ac:spMkLst>
            <pc:docMk/>
            <pc:sldMk cId="1607061235" sldId="308"/>
            <ac:spMk id="15" creationId="{28813612-84D4-4FF8-8C8C-3FDF5C0CBD86}"/>
          </ac:spMkLst>
        </pc:spChg>
        <pc:spChg chg="mod">
          <ac:chgData name="Nathan Wilkinson" userId="39f87f14-833c-4dc8-9ac0-438dde497fcf" providerId="ADAL" clId="{0B1635AF-8DF7-4C77-9B0F-D584A174F031}" dt="2020-04-17T17:23:16.035" v="642" actId="1076"/>
          <ac:spMkLst>
            <pc:docMk/>
            <pc:sldMk cId="1607061235" sldId="308"/>
            <ac:spMk id="18" creationId="{7C190D2E-9404-47D3-9DC6-30D0B1ECA796}"/>
          </ac:spMkLst>
        </pc:spChg>
        <pc:spChg chg="mod">
          <ac:chgData name="Nathan Wilkinson" userId="39f87f14-833c-4dc8-9ac0-438dde497fcf" providerId="ADAL" clId="{0B1635AF-8DF7-4C77-9B0F-D584A174F031}" dt="2020-04-17T17:22:57.050" v="639" actId="1076"/>
          <ac:spMkLst>
            <pc:docMk/>
            <pc:sldMk cId="1607061235" sldId="308"/>
            <ac:spMk id="29" creationId="{35D05978-7AC4-48FA-8699-E755CFF234D2}"/>
          </ac:spMkLst>
        </pc:spChg>
        <pc:spChg chg="mod">
          <ac:chgData name="Nathan Wilkinson" userId="39f87f14-833c-4dc8-9ac0-438dde497fcf" providerId="ADAL" clId="{0B1635AF-8DF7-4C77-9B0F-D584A174F031}" dt="2020-04-17T17:22:49.232" v="638" actId="1076"/>
          <ac:spMkLst>
            <pc:docMk/>
            <pc:sldMk cId="1607061235" sldId="308"/>
            <ac:spMk id="32" creationId="{F5B89348-8A5D-4B93-8F4F-6CCD3BF3BA32}"/>
          </ac:spMkLst>
        </pc:spChg>
        <pc:cxnChg chg="del mod">
          <ac:chgData name="Nathan Wilkinson" userId="39f87f14-833c-4dc8-9ac0-438dde497fcf" providerId="ADAL" clId="{0B1635AF-8DF7-4C77-9B0F-D584A174F031}" dt="2020-04-17T17:20:21.959" v="602" actId="478"/>
          <ac:cxnSpMkLst>
            <pc:docMk/>
            <pc:sldMk cId="1607061235" sldId="308"/>
            <ac:cxnSpMk id="21" creationId="{0500E38E-8F83-43F1-AFE2-1CCFB71C9394}"/>
          </ac:cxnSpMkLst>
        </pc:cxnChg>
        <pc:cxnChg chg="mod">
          <ac:chgData name="Nathan Wilkinson" userId="39f87f14-833c-4dc8-9ac0-438dde497fcf" providerId="ADAL" clId="{0B1635AF-8DF7-4C77-9B0F-D584A174F031}" dt="2020-04-17T17:23:04.267" v="640" actId="1076"/>
          <ac:cxnSpMkLst>
            <pc:docMk/>
            <pc:sldMk cId="1607061235" sldId="308"/>
            <ac:cxnSpMk id="22" creationId="{8B584B9B-DB9D-42EE-90A1-AB0285266942}"/>
          </ac:cxnSpMkLst>
        </pc:cxnChg>
        <pc:cxnChg chg="mod">
          <ac:chgData name="Nathan Wilkinson" userId="39f87f14-833c-4dc8-9ac0-438dde497fcf" providerId="ADAL" clId="{0B1635AF-8DF7-4C77-9B0F-D584A174F031}" dt="2020-04-17T17:23:16.035" v="642" actId="1076"/>
          <ac:cxnSpMkLst>
            <pc:docMk/>
            <pc:sldMk cId="1607061235" sldId="308"/>
            <ac:cxnSpMk id="25" creationId="{1D0CE053-F3BA-494B-AE58-D84AD9226AF1}"/>
          </ac:cxnSpMkLst>
        </pc:cxnChg>
        <pc:cxnChg chg="mod">
          <ac:chgData name="Nathan Wilkinson" userId="39f87f14-833c-4dc8-9ac0-438dde497fcf" providerId="ADAL" clId="{0B1635AF-8DF7-4C77-9B0F-D584A174F031}" dt="2020-04-17T17:22:49.232" v="638" actId="1076"/>
          <ac:cxnSpMkLst>
            <pc:docMk/>
            <pc:sldMk cId="1607061235" sldId="308"/>
            <ac:cxnSpMk id="35" creationId="{31A7A6CD-56A5-4E87-B863-7385EF03A22B}"/>
          </ac:cxnSpMkLst>
        </pc:cxnChg>
        <pc:cxnChg chg="mod">
          <ac:chgData name="Nathan Wilkinson" userId="39f87f14-833c-4dc8-9ac0-438dde497fcf" providerId="ADAL" clId="{0B1635AF-8DF7-4C77-9B0F-D584A174F031}" dt="2020-04-17T17:22:57.050" v="639" actId="1076"/>
          <ac:cxnSpMkLst>
            <pc:docMk/>
            <pc:sldMk cId="1607061235" sldId="308"/>
            <ac:cxnSpMk id="37" creationId="{E39F5F26-63EB-4F60-8BB5-A19EA3EA83F8}"/>
          </ac:cxnSpMkLst>
        </pc:cxnChg>
      </pc:sldChg>
      <pc:sldChg chg="delSp modSp add mod">
        <pc:chgData name="Nathan Wilkinson" userId="39f87f14-833c-4dc8-9ac0-438dde497fcf" providerId="ADAL" clId="{0B1635AF-8DF7-4C77-9B0F-D584A174F031}" dt="2020-04-17T17:22:22.817" v="635" actId="1076"/>
        <pc:sldMkLst>
          <pc:docMk/>
          <pc:sldMk cId="3798391728" sldId="309"/>
        </pc:sldMkLst>
        <pc:spChg chg="mod">
          <ac:chgData name="Nathan Wilkinson" userId="39f87f14-833c-4dc8-9ac0-438dde497fcf" providerId="ADAL" clId="{0B1635AF-8DF7-4C77-9B0F-D584A174F031}" dt="2020-04-17T17:21:41.176" v="626" actId="20577"/>
          <ac:spMkLst>
            <pc:docMk/>
            <pc:sldMk cId="3798391728" sldId="309"/>
            <ac:spMk id="9" creationId="{836D72C1-B6B7-4E51-AB2F-8C3152F62305}"/>
          </ac:spMkLst>
        </pc:spChg>
        <pc:spChg chg="mod">
          <ac:chgData name="Nathan Wilkinson" userId="39f87f14-833c-4dc8-9ac0-438dde497fcf" providerId="ADAL" clId="{0B1635AF-8DF7-4C77-9B0F-D584A174F031}" dt="2020-04-17T17:22:11.029" v="633" actId="1076"/>
          <ac:spMkLst>
            <pc:docMk/>
            <pc:sldMk cId="3798391728" sldId="309"/>
            <ac:spMk id="15" creationId="{28813612-84D4-4FF8-8C8C-3FDF5C0CBD86}"/>
          </ac:spMkLst>
        </pc:spChg>
        <pc:spChg chg="mod">
          <ac:chgData name="Nathan Wilkinson" userId="39f87f14-833c-4dc8-9ac0-438dde497fcf" providerId="ADAL" clId="{0B1635AF-8DF7-4C77-9B0F-D584A174F031}" dt="2020-04-17T17:22:22.817" v="635" actId="1076"/>
          <ac:spMkLst>
            <pc:docMk/>
            <pc:sldMk cId="3798391728" sldId="309"/>
            <ac:spMk id="17" creationId="{FF2782A5-EA6E-4F3D-8835-1F628984775D}"/>
          </ac:spMkLst>
        </pc:spChg>
        <pc:spChg chg="mod">
          <ac:chgData name="Nathan Wilkinson" userId="39f87f14-833c-4dc8-9ac0-438dde497fcf" providerId="ADAL" clId="{0B1635AF-8DF7-4C77-9B0F-D584A174F031}" dt="2020-04-17T17:22:16.027" v="634" actId="1076"/>
          <ac:spMkLst>
            <pc:docMk/>
            <pc:sldMk cId="3798391728" sldId="309"/>
            <ac:spMk id="18" creationId="{7C190D2E-9404-47D3-9DC6-30D0B1ECA796}"/>
          </ac:spMkLst>
        </pc:spChg>
        <pc:spChg chg="del">
          <ac:chgData name="Nathan Wilkinson" userId="39f87f14-833c-4dc8-9ac0-438dde497fcf" providerId="ADAL" clId="{0B1635AF-8DF7-4C77-9B0F-D584A174F031}" dt="2020-04-17T17:21:49.270" v="630" actId="478"/>
          <ac:spMkLst>
            <pc:docMk/>
            <pc:sldMk cId="3798391728" sldId="309"/>
            <ac:spMk id="29" creationId="{35D05978-7AC4-48FA-8699-E755CFF234D2}"/>
          </ac:spMkLst>
        </pc:spChg>
        <pc:spChg chg="mod">
          <ac:chgData name="Nathan Wilkinson" userId="39f87f14-833c-4dc8-9ac0-438dde497fcf" providerId="ADAL" clId="{0B1635AF-8DF7-4C77-9B0F-D584A174F031}" dt="2020-04-17T17:22:00.771" v="632" actId="1076"/>
          <ac:spMkLst>
            <pc:docMk/>
            <pc:sldMk cId="3798391728" sldId="309"/>
            <ac:spMk id="30" creationId="{BF6A0EAF-0EFA-4DFA-B1B2-80CB9C2B8A09}"/>
          </ac:spMkLst>
        </pc:spChg>
        <pc:spChg chg="del">
          <ac:chgData name="Nathan Wilkinson" userId="39f87f14-833c-4dc8-9ac0-438dde497fcf" providerId="ADAL" clId="{0B1635AF-8DF7-4C77-9B0F-D584A174F031}" dt="2020-04-17T17:21:47.264" v="628" actId="478"/>
          <ac:spMkLst>
            <pc:docMk/>
            <pc:sldMk cId="3798391728" sldId="309"/>
            <ac:spMk id="32" creationId="{F5B89348-8A5D-4B93-8F4F-6CCD3BF3BA32}"/>
          </ac:spMkLst>
        </pc:spChg>
        <pc:cxnChg chg="mod">
          <ac:chgData name="Nathan Wilkinson" userId="39f87f14-833c-4dc8-9ac0-438dde497fcf" providerId="ADAL" clId="{0B1635AF-8DF7-4C77-9B0F-D584A174F031}" dt="2020-04-17T17:22:11.029" v="633" actId="1076"/>
          <ac:cxnSpMkLst>
            <pc:docMk/>
            <pc:sldMk cId="3798391728" sldId="309"/>
            <ac:cxnSpMk id="22" creationId="{8B584B9B-DB9D-42EE-90A1-AB0285266942}"/>
          </ac:cxnSpMkLst>
        </pc:cxnChg>
        <pc:cxnChg chg="mod">
          <ac:chgData name="Nathan Wilkinson" userId="39f87f14-833c-4dc8-9ac0-438dde497fcf" providerId="ADAL" clId="{0B1635AF-8DF7-4C77-9B0F-D584A174F031}" dt="2020-04-17T17:22:16.027" v="634" actId="1076"/>
          <ac:cxnSpMkLst>
            <pc:docMk/>
            <pc:sldMk cId="3798391728" sldId="309"/>
            <ac:cxnSpMk id="25" creationId="{1D0CE053-F3BA-494B-AE58-D84AD9226AF1}"/>
          </ac:cxnSpMkLst>
        </pc:cxnChg>
        <pc:cxnChg chg="mod">
          <ac:chgData name="Nathan Wilkinson" userId="39f87f14-833c-4dc8-9ac0-438dde497fcf" providerId="ADAL" clId="{0B1635AF-8DF7-4C77-9B0F-D584A174F031}" dt="2020-04-17T17:22:00.771" v="632" actId="1076"/>
          <ac:cxnSpMkLst>
            <pc:docMk/>
            <pc:sldMk cId="3798391728" sldId="309"/>
            <ac:cxnSpMk id="33" creationId="{4058CA14-8758-4FFB-BCC1-86A40BB48A7C}"/>
          </ac:cxnSpMkLst>
        </pc:cxnChg>
        <pc:cxnChg chg="del mod">
          <ac:chgData name="Nathan Wilkinson" userId="39f87f14-833c-4dc8-9ac0-438dde497fcf" providerId="ADAL" clId="{0B1635AF-8DF7-4C77-9B0F-D584A174F031}" dt="2020-04-17T17:21:46.360" v="627" actId="478"/>
          <ac:cxnSpMkLst>
            <pc:docMk/>
            <pc:sldMk cId="3798391728" sldId="309"/>
            <ac:cxnSpMk id="35" creationId="{31A7A6CD-56A5-4E87-B863-7385EF03A22B}"/>
          </ac:cxnSpMkLst>
        </pc:cxnChg>
        <pc:cxnChg chg="mod">
          <ac:chgData name="Nathan Wilkinson" userId="39f87f14-833c-4dc8-9ac0-438dde497fcf" providerId="ADAL" clId="{0B1635AF-8DF7-4C77-9B0F-D584A174F031}" dt="2020-04-17T17:22:22.817" v="635" actId="1076"/>
          <ac:cxnSpMkLst>
            <pc:docMk/>
            <pc:sldMk cId="3798391728" sldId="309"/>
            <ac:cxnSpMk id="36" creationId="{C1495B64-BE12-4A9B-AD80-CA7CB5026631}"/>
          </ac:cxnSpMkLst>
        </pc:cxnChg>
        <pc:cxnChg chg="del mod">
          <ac:chgData name="Nathan Wilkinson" userId="39f87f14-833c-4dc8-9ac0-438dde497fcf" providerId="ADAL" clId="{0B1635AF-8DF7-4C77-9B0F-D584A174F031}" dt="2020-04-17T17:21:48.573" v="629" actId="478"/>
          <ac:cxnSpMkLst>
            <pc:docMk/>
            <pc:sldMk cId="3798391728" sldId="309"/>
            <ac:cxnSpMk id="37" creationId="{E39F5F26-63EB-4F60-8BB5-A19EA3EA83F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34F9-E0EF-BF4C-A54A-45CA5C81F7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835646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11EA7-0D87-654E-A4CD-EAA14BACF5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091290"/>
            <a:ext cx="9144000" cy="463066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rgbClr val="6CB14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EB6AD5-699B-314C-96AC-6333857EA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4045231"/>
            <a:ext cx="3474720" cy="18081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06D984-2D85-3647-987A-6FC37FEE9908}"/>
              </a:ext>
            </a:extLst>
          </p:cNvPr>
          <p:cNvSpPr txBox="1"/>
          <p:nvPr/>
        </p:nvSpPr>
        <p:spPr>
          <a:xfrm>
            <a:off x="0" y="611256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spc="3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VISION + OUR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2016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Enabling Sustainable Business Ag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DAB7-E2BA-C64F-9EBF-5352B9B8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57"/>
            <a:ext cx="10515600" cy="4351338"/>
          </a:xfrm>
        </p:spPr>
        <p:txBody>
          <a:bodyPr/>
          <a:lstStyle>
            <a:lvl1pPr>
              <a:buClr>
                <a:srgbClr val="6CB144"/>
              </a:buCl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AF0441-30DA-7941-AEE0-3ABC475023F2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ENABLING SUSTAINABLE BUSINESS AGILITY</a:t>
            </a:r>
          </a:p>
        </p:txBody>
      </p:sp>
    </p:spTree>
    <p:extLst>
      <p:ext uri="{BB962C8B-B14F-4D97-AF65-F5344CB8AC3E}">
        <p14:creationId xmlns:p14="http://schemas.microsoft.com/office/powerpoint/2010/main" val="4261930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Your Vision + Our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DAB7-E2BA-C64F-9EBF-5352B9B8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57"/>
            <a:ext cx="10515600" cy="4351338"/>
          </a:xfrm>
        </p:spPr>
        <p:txBody>
          <a:bodyPr/>
          <a:lstStyle>
            <a:lvl1pPr>
              <a:buClr>
                <a:srgbClr val="6CB144"/>
              </a:buCl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CB09C8-C3D1-304B-A0B6-0DB4B04B6406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YOUR VISION + OUR ENGINEERING</a:t>
            </a:r>
          </a:p>
        </p:txBody>
      </p:sp>
    </p:spTree>
    <p:extLst>
      <p:ext uri="{BB962C8B-B14F-4D97-AF65-F5344CB8AC3E}">
        <p14:creationId xmlns:p14="http://schemas.microsoft.com/office/powerpoint/2010/main" val="58863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Empathize Then Own 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DAB7-E2BA-C64F-9EBF-5352B9B8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57"/>
            <a:ext cx="10515600" cy="4351338"/>
          </a:xfrm>
        </p:spPr>
        <p:txBody>
          <a:bodyPr/>
          <a:lstStyle>
            <a:lvl1pPr>
              <a:buClr>
                <a:srgbClr val="6CB144"/>
              </a:buCl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83FFBA-75DE-C548-8B75-11263B73EBF5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EMPATHIZE THEN OWN IT</a:t>
            </a:r>
          </a:p>
        </p:txBody>
      </p:sp>
    </p:spTree>
    <p:extLst>
      <p:ext uri="{BB962C8B-B14F-4D97-AF65-F5344CB8AC3E}">
        <p14:creationId xmlns:p14="http://schemas.microsoft.com/office/powerpoint/2010/main" val="242677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uild Sm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DAB7-E2BA-C64F-9EBF-5352B9B8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57"/>
            <a:ext cx="10515600" cy="4351338"/>
          </a:xfrm>
        </p:spPr>
        <p:txBody>
          <a:bodyPr/>
          <a:lstStyle>
            <a:lvl1pPr>
              <a:buClr>
                <a:srgbClr val="6CB144"/>
              </a:buCl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05BDE3-AAF8-3746-AE8E-18239A5B7571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BUILD SMART</a:t>
            </a:r>
          </a:p>
        </p:txBody>
      </p:sp>
    </p:spTree>
    <p:extLst>
      <p:ext uri="{BB962C8B-B14F-4D97-AF65-F5344CB8AC3E}">
        <p14:creationId xmlns:p14="http://schemas.microsoft.com/office/powerpoint/2010/main" val="46297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Deliver With Pr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DAB7-E2BA-C64F-9EBF-5352B9B8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57"/>
            <a:ext cx="10515600" cy="4351338"/>
          </a:xfrm>
        </p:spPr>
        <p:txBody>
          <a:bodyPr/>
          <a:lstStyle>
            <a:lvl1pPr>
              <a:buClr>
                <a:srgbClr val="6CB144"/>
              </a:buCl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4478A3-C650-BC42-B4A4-CF004C38BD9F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DELIVER WITH PRIDE</a:t>
            </a:r>
          </a:p>
        </p:txBody>
      </p:sp>
    </p:spTree>
    <p:extLst>
      <p:ext uri="{BB962C8B-B14F-4D97-AF65-F5344CB8AC3E}">
        <p14:creationId xmlns:p14="http://schemas.microsoft.com/office/powerpoint/2010/main" val="254170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Our Guarant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DAB7-E2BA-C64F-9EBF-5352B9B83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57"/>
            <a:ext cx="10515600" cy="4351338"/>
          </a:xfrm>
        </p:spPr>
        <p:txBody>
          <a:bodyPr/>
          <a:lstStyle>
            <a:lvl1pPr>
              <a:buClr>
                <a:srgbClr val="6CB144"/>
              </a:buClr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836984-6ED9-A747-B27B-9967AF2DA3D9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OUR GUARANTEE: WE MAKE IT RIGHT</a:t>
            </a:r>
          </a:p>
        </p:txBody>
      </p:sp>
    </p:spTree>
    <p:extLst>
      <p:ext uri="{BB962C8B-B14F-4D97-AF65-F5344CB8AC3E}">
        <p14:creationId xmlns:p14="http://schemas.microsoft.com/office/powerpoint/2010/main" val="56045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Enabling Sustainable Business Ag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AF0441-30DA-7941-AEE0-3ABC475023F2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ENABLING SUSTAINABLE BUSINESS AGILITY</a:t>
            </a:r>
          </a:p>
        </p:txBody>
      </p:sp>
    </p:spTree>
    <p:extLst>
      <p:ext uri="{BB962C8B-B14F-4D97-AF65-F5344CB8AC3E}">
        <p14:creationId xmlns:p14="http://schemas.microsoft.com/office/powerpoint/2010/main" val="201037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Your Vision + Our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CB09C8-C3D1-304B-A0B6-0DB4B04B6406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YOUR VISION + OUR ENGINEERING</a:t>
            </a:r>
          </a:p>
        </p:txBody>
      </p:sp>
    </p:spTree>
    <p:extLst>
      <p:ext uri="{BB962C8B-B14F-4D97-AF65-F5344CB8AC3E}">
        <p14:creationId xmlns:p14="http://schemas.microsoft.com/office/powerpoint/2010/main" val="216057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Empathize Then Own 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83FFBA-75DE-C548-8B75-11263B73EBF5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EMPATHIZE THEN OWN IT</a:t>
            </a:r>
          </a:p>
        </p:txBody>
      </p:sp>
    </p:spTree>
    <p:extLst>
      <p:ext uri="{BB962C8B-B14F-4D97-AF65-F5344CB8AC3E}">
        <p14:creationId xmlns:p14="http://schemas.microsoft.com/office/powerpoint/2010/main" val="228198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uild Sm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05BDE3-AAF8-3746-AE8E-18239A5B7571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BUILD SMART</a:t>
            </a:r>
          </a:p>
        </p:txBody>
      </p:sp>
    </p:spTree>
    <p:extLst>
      <p:ext uri="{BB962C8B-B14F-4D97-AF65-F5344CB8AC3E}">
        <p14:creationId xmlns:p14="http://schemas.microsoft.com/office/powerpoint/2010/main" val="219420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Deliver With Pr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4478A3-C650-BC42-B4A4-CF004C38BD9F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DELIVER WITH PRIDE</a:t>
            </a:r>
          </a:p>
        </p:txBody>
      </p:sp>
    </p:spTree>
    <p:extLst>
      <p:ext uri="{BB962C8B-B14F-4D97-AF65-F5344CB8AC3E}">
        <p14:creationId xmlns:p14="http://schemas.microsoft.com/office/powerpoint/2010/main" val="1239688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Our Guarant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D537-24CD-3F49-AFE7-951E7B3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698"/>
            <a:ext cx="10515600" cy="688731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4908-A5D6-0448-A6F7-3FD2A0FF70B7}"/>
              </a:ext>
            </a:extLst>
          </p:cNvPr>
          <p:cNvSpPr/>
          <p:nvPr/>
        </p:nvSpPr>
        <p:spPr>
          <a:xfrm rot="5400000" flipH="1">
            <a:off x="6085055" y="-4898889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836984-6ED9-A747-B27B-9967AF2DA3D9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OUR GUARANTEE: WE MAKE IT RIGHT</a:t>
            </a:r>
          </a:p>
        </p:txBody>
      </p:sp>
    </p:spTree>
    <p:extLst>
      <p:ext uri="{BB962C8B-B14F-4D97-AF65-F5344CB8AC3E}">
        <p14:creationId xmlns:p14="http://schemas.microsoft.com/office/powerpoint/2010/main" val="3079236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- Enabling Sustainable Business Ag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09152-2DE3-CF48-B046-A002BC384B8B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ENABLING SUSTAINABLE BUSINESS AGILITY</a:t>
            </a:r>
          </a:p>
        </p:txBody>
      </p:sp>
    </p:spTree>
    <p:extLst>
      <p:ext uri="{BB962C8B-B14F-4D97-AF65-F5344CB8AC3E}">
        <p14:creationId xmlns:p14="http://schemas.microsoft.com/office/powerpoint/2010/main" val="2683738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- Your Vision + Our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09152-2DE3-CF48-B046-A002BC384B8B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YOUR VISION + OUR ENGINEERING</a:t>
            </a:r>
          </a:p>
        </p:txBody>
      </p:sp>
    </p:spTree>
    <p:extLst>
      <p:ext uri="{BB962C8B-B14F-4D97-AF65-F5344CB8AC3E}">
        <p14:creationId xmlns:p14="http://schemas.microsoft.com/office/powerpoint/2010/main" val="2234221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- Empath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09152-2DE3-CF48-B046-A002BC384B8B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EMPATHIZE THEN OWN IT</a:t>
            </a:r>
          </a:p>
        </p:txBody>
      </p:sp>
    </p:spTree>
    <p:extLst>
      <p:ext uri="{BB962C8B-B14F-4D97-AF65-F5344CB8AC3E}">
        <p14:creationId xmlns:p14="http://schemas.microsoft.com/office/powerpoint/2010/main" val="4081258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- Build Sm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09152-2DE3-CF48-B046-A002BC384B8B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BUILD SMART</a:t>
            </a:r>
          </a:p>
        </p:txBody>
      </p:sp>
    </p:spTree>
    <p:extLst>
      <p:ext uri="{BB962C8B-B14F-4D97-AF65-F5344CB8AC3E}">
        <p14:creationId xmlns:p14="http://schemas.microsoft.com/office/powerpoint/2010/main" val="3974380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- Deliver With Pr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09152-2DE3-CF48-B046-A002BC384B8B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DELIVER WITH PRIDE</a:t>
            </a:r>
          </a:p>
        </p:txBody>
      </p:sp>
    </p:spTree>
    <p:extLst>
      <p:ext uri="{BB962C8B-B14F-4D97-AF65-F5344CB8AC3E}">
        <p14:creationId xmlns:p14="http://schemas.microsoft.com/office/powerpoint/2010/main" val="4294774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- Our Guarant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C380FB-AB93-2B43-9A0E-0B3B49BBB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4106" y="6213242"/>
            <a:ext cx="944592" cy="472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C09152-2DE3-CF48-B046-A002BC384B8B}"/>
              </a:ext>
            </a:extLst>
          </p:cNvPr>
          <p:cNvSpPr txBox="1"/>
          <p:nvPr/>
        </p:nvSpPr>
        <p:spPr>
          <a:xfrm>
            <a:off x="590911" y="6396048"/>
            <a:ext cx="8459367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350" spc="300" dirty="0">
                <a:solidFill>
                  <a:schemeClr val="accent5"/>
                </a:solidFill>
              </a:rPr>
              <a:t>OUR GUARANTEE: WE MAKE IT RIGHT</a:t>
            </a:r>
          </a:p>
        </p:txBody>
      </p:sp>
    </p:spTree>
    <p:extLst>
      <p:ext uri="{BB962C8B-B14F-4D97-AF65-F5344CB8AC3E}">
        <p14:creationId xmlns:p14="http://schemas.microsoft.com/office/powerpoint/2010/main" val="4078469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61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101F-D090-F54D-830A-7555BA1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7928" y="6582559"/>
            <a:ext cx="460513" cy="292928"/>
          </a:xfrm>
        </p:spPr>
        <p:txBody>
          <a:bodyPr/>
          <a:lstStyle/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BA982E-BF15-1949-A0F3-D328FE8E1768}"/>
              </a:ext>
            </a:extLst>
          </p:cNvPr>
          <p:cNvSpPr/>
          <p:nvPr/>
        </p:nvSpPr>
        <p:spPr>
          <a:xfrm rot="5400000" flipH="1">
            <a:off x="6074664" y="-1658733"/>
            <a:ext cx="27432" cy="12207240"/>
          </a:xfrm>
          <a:prstGeom prst="rect">
            <a:avLst/>
          </a:prstGeom>
          <a:solidFill>
            <a:srgbClr val="6CB1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baseline="-25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D1F9FA-3BAD-C14F-A91B-C3A82ABB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5646"/>
            <a:ext cx="10515600" cy="688731"/>
          </a:xfrm>
        </p:spPr>
        <p:txBody>
          <a:bodyPr>
            <a:noAutofit/>
          </a:bodyPr>
          <a:lstStyle>
            <a:lvl1pPr>
              <a:defRPr sz="4800" b="0" i="0">
                <a:solidFill>
                  <a:srgbClr val="18223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9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8730C-C283-F341-ABCB-1453D094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9129B-AC0A-2848-81AC-40C85B8FD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C7718-9099-984B-8DCB-3077B16BC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EB884-5DF7-415E-ACAA-5351880136D1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6DB25-E230-984F-A5DD-EA241D7ED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023FF-0CE2-8342-9390-CB29DBCCF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8B4DA-1CD4-433A-B97C-534148574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5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6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4.xml"/><Relationship Id="rId5" Type="http://schemas.openxmlformats.org/officeDocument/2006/relationships/slideLayout" Target="../slideLayouts/slideLayout3.xml"/><Relationship Id="rId4" Type="http://schemas.openxmlformats.org/officeDocument/2006/relationships/customXml" Target="../../customXml/item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5.xml"/><Relationship Id="rId13" Type="http://schemas.openxmlformats.org/officeDocument/2006/relationships/customXml" Target="../../customXml/item20.xml"/><Relationship Id="rId18" Type="http://schemas.openxmlformats.org/officeDocument/2006/relationships/slideLayout" Target="../slideLayouts/slideLayout20.xml"/><Relationship Id="rId3" Type="http://schemas.openxmlformats.org/officeDocument/2006/relationships/customXml" Target="../../customXml/item10.xml"/><Relationship Id="rId7" Type="http://schemas.openxmlformats.org/officeDocument/2006/relationships/customXml" Target="../../customXml/item14.xml"/><Relationship Id="rId12" Type="http://schemas.openxmlformats.org/officeDocument/2006/relationships/customXml" Target="../../customXml/item19.xml"/><Relationship Id="rId17" Type="http://schemas.openxmlformats.org/officeDocument/2006/relationships/customXml" Target="../../customXml/item24.xml"/><Relationship Id="rId2" Type="http://schemas.openxmlformats.org/officeDocument/2006/relationships/customXml" Target="../../customXml/item9.xml"/><Relationship Id="rId16" Type="http://schemas.openxmlformats.org/officeDocument/2006/relationships/customXml" Target="../../customXml/item23.xml"/><Relationship Id="rId1" Type="http://schemas.openxmlformats.org/officeDocument/2006/relationships/customXml" Target="../../customXml/item8.xml"/><Relationship Id="rId6" Type="http://schemas.openxmlformats.org/officeDocument/2006/relationships/customXml" Target="../../customXml/item13.xml"/><Relationship Id="rId11" Type="http://schemas.openxmlformats.org/officeDocument/2006/relationships/customXml" Target="../../customXml/item18.xml"/><Relationship Id="rId5" Type="http://schemas.openxmlformats.org/officeDocument/2006/relationships/customXml" Target="../../customXml/item12.xml"/><Relationship Id="rId15" Type="http://schemas.openxmlformats.org/officeDocument/2006/relationships/customXml" Target="../../customXml/item22.xml"/><Relationship Id="rId10" Type="http://schemas.openxmlformats.org/officeDocument/2006/relationships/customXml" Target="../../customXml/item17.xml"/><Relationship Id="rId4" Type="http://schemas.openxmlformats.org/officeDocument/2006/relationships/customXml" Target="../../customXml/item11.xml"/><Relationship Id="rId9" Type="http://schemas.openxmlformats.org/officeDocument/2006/relationships/customXml" Target="../../customXml/item16.xml"/><Relationship Id="rId14" Type="http://schemas.openxmlformats.org/officeDocument/2006/relationships/customXml" Target="../../customXml/item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27.xml"/><Relationship Id="rId2" Type="http://schemas.openxmlformats.org/officeDocument/2006/relationships/customXml" Target="../../customXml/item26.xml"/><Relationship Id="rId1" Type="http://schemas.openxmlformats.org/officeDocument/2006/relationships/customXml" Target="../../customXml/item25.xml"/><Relationship Id="rId6" Type="http://schemas.openxmlformats.org/officeDocument/2006/relationships/slideLayout" Target="../slideLayouts/slideLayout3.xml"/><Relationship Id="rId5" Type="http://schemas.openxmlformats.org/officeDocument/2006/relationships/customXml" Target="../../customXml/item29.xml"/><Relationship Id="rId4" Type="http://schemas.openxmlformats.org/officeDocument/2006/relationships/customXml" Target="../../customXml/item2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customXml" Target="../../customXml/item32.xml"/><Relationship Id="rId7" Type="http://schemas.openxmlformats.org/officeDocument/2006/relationships/customXml" Target="../../customXml/item36.xml"/><Relationship Id="rId2" Type="http://schemas.openxmlformats.org/officeDocument/2006/relationships/customXml" Target="../../customXml/item31.xml"/><Relationship Id="rId1" Type="http://schemas.openxmlformats.org/officeDocument/2006/relationships/customXml" Target="../../customXml/item30.xml"/><Relationship Id="rId6" Type="http://schemas.openxmlformats.org/officeDocument/2006/relationships/customXml" Target="../../customXml/item35.xml"/><Relationship Id="rId5" Type="http://schemas.openxmlformats.org/officeDocument/2006/relationships/customXml" Target="../../customXml/item34.xml"/><Relationship Id="rId4" Type="http://schemas.openxmlformats.org/officeDocument/2006/relationships/customXml" Target="../../customXml/item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44.xml"/><Relationship Id="rId3" Type="http://schemas.openxmlformats.org/officeDocument/2006/relationships/customXml" Target="../../customXml/item39.xml"/><Relationship Id="rId7" Type="http://schemas.openxmlformats.org/officeDocument/2006/relationships/customXml" Target="../../customXml/item43.xml"/><Relationship Id="rId12" Type="http://schemas.openxmlformats.org/officeDocument/2006/relationships/slideLayout" Target="../slideLayouts/slideLayout20.xml"/><Relationship Id="rId2" Type="http://schemas.openxmlformats.org/officeDocument/2006/relationships/customXml" Target="../../customXml/item38.xml"/><Relationship Id="rId1" Type="http://schemas.openxmlformats.org/officeDocument/2006/relationships/customXml" Target="../../customXml/item37.xml"/><Relationship Id="rId6" Type="http://schemas.openxmlformats.org/officeDocument/2006/relationships/customXml" Target="../../customXml/item42.xml"/><Relationship Id="rId11" Type="http://schemas.openxmlformats.org/officeDocument/2006/relationships/customXml" Target="../../customXml/item47.xml"/><Relationship Id="rId5" Type="http://schemas.openxmlformats.org/officeDocument/2006/relationships/customXml" Target="../../customXml/item41.xml"/><Relationship Id="rId10" Type="http://schemas.openxmlformats.org/officeDocument/2006/relationships/customXml" Target="../../customXml/item46.xml"/><Relationship Id="rId4" Type="http://schemas.openxmlformats.org/officeDocument/2006/relationships/customXml" Target="../../customXml/item40.xml"/><Relationship Id="rId9" Type="http://schemas.openxmlformats.org/officeDocument/2006/relationships/customXml" Target="../../customXml/item4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55.xml"/><Relationship Id="rId3" Type="http://schemas.openxmlformats.org/officeDocument/2006/relationships/customXml" Target="../../customXml/item50.xml"/><Relationship Id="rId7" Type="http://schemas.openxmlformats.org/officeDocument/2006/relationships/customXml" Target="../../customXml/item54.xml"/><Relationship Id="rId12" Type="http://schemas.openxmlformats.org/officeDocument/2006/relationships/slideLayout" Target="../slideLayouts/slideLayout20.xml"/><Relationship Id="rId2" Type="http://schemas.openxmlformats.org/officeDocument/2006/relationships/customXml" Target="../../customXml/item49.xml"/><Relationship Id="rId1" Type="http://schemas.openxmlformats.org/officeDocument/2006/relationships/customXml" Target="../../customXml/item48.xml"/><Relationship Id="rId6" Type="http://schemas.openxmlformats.org/officeDocument/2006/relationships/customXml" Target="../../customXml/item53.xml"/><Relationship Id="rId11" Type="http://schemas.openxmlformats.org/officeDocument/2006/relationships/customXml" Target="../../customXml/item58.xml"/><Relationship Id="rId5" Type="http://schemas.openxmlformats.org/officeDocument/2006/relationships/customXml" Target="../../customXml/item52.xml"/><Relationship Id="rId10" Type="http://schemas.openxmlformats.org/officeDocument/2006/relationships/customXml" Target="../../customXml/item57.xml"/><Relationship Id="rId4" Type="http://schemas.openxmlformats.org/officeDocument/2006/relationships/customXml" Target="../../customXml/item51.xml"/><Relationship Id="rId9" Type="http://schemas.openxmlformats.org/officeDocument/2006/relationships/customXml" Target="../../customXml/item5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66.xml"/><Relationship Id="rId13" Type="http://schemas.openxmlformats.org/officeDocument/2006/relationships/customXml" Target="../../customXml/item71.xml"/><Relationship Id="rId3" Type="http://schemas.openxmlformats.org/officeDocument/2006/relationships/customXml" Target="../../customXml/item61.xml"/><Relationship Id="rId7" Type="http://schemas.openxmlformats.org/officeDocument/2006/relationships/customXml" Target="../../customXml/item65.xml"/><Relationship Id="rId12" Type="http://schemas.openxmlformats.org/officeDocument/2006/relationships/customXml" Target="../../customXml/item70.xml"/><Relationship Id="rId2" Type="http://schemas.openxmlformats.org/officeDocument/2006/relationships/customXml" Target="../../customXml/item60.xml"/><Relationship Id="rId1" Type="http://schemas.openxmlformats.org/officeDocument/2006/relationships/customXml" Target="../../customXml/item59.xml"/><Relationship Id="rId6" Type="http://schemas.openxmlformats.org/officeDocument/2006/relationships/customXml" Target="../../customXml/item64.xml"/><Relationship Id="rId11" Type="http://schemas.openxmlformats.org/officeDocument/2006/relationships/customXml" Target="../../customXml/item69.xml"/><Relationship Id="rId5" Type="http://schemas.openxmlformats.org/officeDocument/2006/relationships/customXml" Target="../../customXml/item63.xml"/><Relationship Id="rId10" Type="http://schemas.openxmlformats.org/officeDocument/2006/relationships/customXml" Target="../../customXml/item68.xml"/><Relationship Id="rId4" Type="http://schemas.openxmlformats.org/officeDocument/2006/relationships/customXml" Target="../../customXml/item62.xml"/><Relationship Id="rId9" Type="http://schemas.openxmlformats.org/officeDocument/2006/relationships/customXml" Target="../../customXml/item67.xml"/><Relationship Id="rId14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79.xml"/><Relationship Id="rId3" Type="http://schemas.openxmlformats.org/officeDocument/2006/relationships/customXml" Target="../../customXml/item74.xml"/><Relationship Id="rId7" Type="http://schemas.openxmlformats.org/officeDocument/2006/relationships/customXml" Target="../../customXml/item78.xml"/><Relationship Id="rId12" Type="http://schemas.openxmlformats.org/officeDocument/2006/relationships/slideLayout" Target="../slideLayouts/slideLayout20.xml"/><Relationship Id="rId2" Type="http://schemas.openxmlformats.org/officeDocument/2006/relationships/customXml" Target="../../customXml/item73.xml"/><Relationship Id="rId1" Type="http://schemas.openxmlformats.org/officeDocument/2006/relationships/customXml" Target="../../customXml/item72.xml"/><Relationship Id="rId6" Type="http://schemas.openxmlformats.org/officeDocument/2006/relationships/customXml" Target="../../customXml/item77.xml"/><Relationship Id="rId11" Type="http://schemas.openxmlformats.org/officeDocument/2006/relationships/customXml" Target="../../customXml/item82.xml"/><Relationship Id="rId5" Type="http://schemas.openxmlformats.org/officeDocument/2006/relationships/customXml" Target="../../customXml/item76.xml"/><Relationship Id="rId10" Type="http://schemas.openxmlformats.org/officeDocument/2006/relationships/customXml" Target="../../customXml/item81.xml"/><Relationship Id="rId4" Type="http://schemas.openxmlformats.org/officeDocument/2006/relationships/customXml" Target="../../customXml/item75.xml"/><Relationship Id="rId9" Type="http://schemas.openxmlformats.org/officeDocument/2006/relationships/customXml" Target="../../customXml/item8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90.xml"/><Relationship Id="rId3" Type="http://schemas.openxmlformats.org/officeDocument/2006/relationships/customXml" Target="../../customXml/item85.xml"/><Relationship Id="rId7" Type="http://schemas.openxmlformats.org/officeDocument/2006/relationships/customXml" Target="../../customXml/item89.xml"/><Relationship Id="rId2" Type="http://schemas.openxmlformats.org/officeDocument/2006/relationships/customXml" Target="../../customXml/item84.xml"/><Relationship Id="rId1" Type="http://schemas.openxmlformats.org/officeDocument/2006/relationships/customXml" Target="../../customXml/item83.xml"/><Relationship Id="rId6" Type="http://schemas.openxmlformats.org/officeDocument/2006/relationships/customXml" Target="../../customXml/item88.xml"/><Relationship Id="rId5" Type="http://schemas.openxmlformats.org/officeDocument/2006/relationships/customXml" Target="../../customXml/item87.xml"/><Relationship Id="rId10" Type="http://schemas.openxmlformats.org/officeDocument/2006/relationships/slideLayout" Target="../slideLayouts/slideLayout20.xml"/><Relationship Id="rId4" Type="http://schemas.openxmlformats.org/officeDocument/2006/relationships/customXml" Target="../../customXml/item86.xml"/><Relationship Id="rId9" Type="http://schemas.openxmlformats.org/officeDocument/2006/relationships/customXml" Target="../../customXml/item9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99.xml"/><Relationship Id="rId13" Type="http://schemas.openxmlformats.org/officeDocument/2006/relationships/customXml" Target="../../customXml/item104.xml"/><Relationship Id="rId18" Type="http://schemas.openxmlformats.org/officeDocument/2006/relationships/customXml" Target="../../customXml/item109.xml"/><Relationship Id="rId3" Type="http://schemas.openxmlformats.org/officeDocument/2006/relationships/customXml" Target="../../customXml/item94.xml"/><Relationship Id="rId7" Type="http://schemas.openxmlformats.org/officeDocument/2006/relationships/customXml" Target="../../customXml/item98.xml"/><Relationship Id="rId12" Type="http://schemas.openxmlformats.org/officeDocument/2006/relationships/customXml" Target="../../customXml/item103.xml"/><Relationship Id="rId17" Type="http://schemas.openxmlformats.org/officeDocument/2006/relationships/customXml" Target="../../customXml/item108.xml"/><Relationship Id="rId2" Type="http://schemas.openxmlformats.org/officeDocument/2006/relationships/customXml" Target="../../customXml/item93.xml"/><Relationship Id="rId16" Type="http://schemas.openxmlformats.org/officeDocument/2006/relationships/customXml" Target="../../customXml/item107.xml"/><Relationship Id="rId20" Type="http://schemas.openxmlformats.org/officeDocument/2006/relationships/slideLayout" Target="../slideLayouts/slideLayout20.xml"/><Relationship Id="rId1" Type="http://schemas.openxmlformats.org/officeDocument/2006/relationships/customXml" Target="../../customXml/item92.xml"/><Relationship Id="rId6" Type="http://schemas.openxmlformats.org/officeDocument/2006/relationships/customXml" Target="../../customXml/item97.xml"/><Relationship Id="rId11" Type="http://schemas.openxmlformats.org/officeDocument/2006/relationships/customXml" Target="../../customXml/item102.xml"/><Relationship Id="rId5" Type="http://schemas.openxmlformats.org/officeDocument/2006/relationships/customXml" Target="../../customXml/item96.xml"/><Relationship Id="rId15" Type="http://schemas.openxmlformats.org/officeDocument/2006/relationships/customXml" Target="../../customXml/item106.xml"/><Relationship Id="rId10" Type="http://schemas.openxmlformats.org/officeDocument/2006/relationships/customXml" Target="../../customXml/item101.xml"/><Relationship Id="rId19" Type="http://schemas.openxmlformats.org/officeDocument/2006/relationships/customXml" Target="../../customXml/item110.xml"/><Relationship Id="rId4" Type="http://schemas.openxmlformats.org/officeDocument/2006/relationships/customXml" Target="../../customXml/item95.xml"/><Relationship Id="rId9" Type="http://schemas.openxmlformats.org/officeDocument/2006/relationships/customXml" Target="../../customXml/item100.xml"/><Relationship Id="rId14" Type="http://schemas.openxmlformats.org/officeDocument/2006/relationships/customXml" Target="../../customXml/item10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18.xml"/><Relationship Id="rId13" Type="http://schemas.openxmlformats.org/officeDocument/2006/relationships/customXml" Target="../../customXml/item123.xml"/><Relationship Id="rId18" Type="http://schemas.openxmlformats.org/officeDocument/2006/relationships/customXml" Target="../../customXml/item128.xml"/><Relationship Id="rId3" Type="http://schemas.openxmlformats.org/officeDocument/2006/relationships/customXml" Target="../../customXml/item113.xml"/><Relationship Id="rId7" Type="http://schemas.openxmlformats.org/officeDocument/2006/relationships/customXml" Target="../../customXml/item117.xml"/><Relationship Id="rId12" Type="http://schemas.openxmlformats.org/officeDocument/2006/relationships/customXml" Target="../../customXml/item122.xml"/><Relationship Id="rId17" Type="http://schemas.openxmlformats.org/officeDocument/2006/relationships/customXml" Target="../../customXml/item127.xml"/><Relationship Id="rId2" Type="http://schemas.openxmlformats.org/officeDocument/2006/relationships/customXml" Target="../../customXml/item112.xml"/><Relationship Id="rId16" Type="http://schemas.openxmlformats.org/officeDocument/2006/relationships/customXml" Target="../../customXml/item126.xml"/><Relationship Id="rId20" Type="http://schemas.openxmlformats.org/officeDocument/2006/relationships/slideLayout" Target="../slideLayouts/slideLayout20.xml"/><Relationship Id="rId1" Type="http://schemas.openxmlformats.org/officeDocument/2006/relationships/customXml" Target="../../customXml/item111.xml"/><Relationship Id="rId6" Type="http://schemas.openxmlformats.org/officeDocument/2006/relationships/customXml" Target="../../customXml/item116.xml"/><Relationship Id="rId11" Type="http://schemas.openxmlformats.org/officeDocument/2006/relationships/customXml" Target="../../customXml/item121.xml"/><Relationship Id="rId5" Type="http://schemas.openxmlformats.org/officeDocument/2006/relationships/customXml" Target="../../customXml/item115.xml"/><Relationship Id="rId15" Type="http://schemas.openxmlformats.org/officeDocument/2006/relationships/customXml" Target="../../customXml/item125.xml"/><Relationship Id="rId10" Type="http://schemas.openxmlformats.org/officeDocument/2006/relationships/customXml" Target="../../customXml/item120.xml"/><Relationship Id="rId19" Type="http://schemas.openxmlformats.org/officeDocument/2006/relationships/customXml" Target="../../customXml/item129.xml"/><Relationship Id="rId4" Type="http://schemas.openxmlformats.org/officeDocument/2006/relationships/customXml" Target="../../customXml/item114.xml"/><Relationship Id="rId9" Type="http://schemas.openxmlformats.org/officeDocument/2006/relationships/customXml" Target="../../customXml/item119.xml"/><Relationship Id="rId14" Type="http://schemas.openxmlformats.org/officeDocument/2006/relationships/customXml" Target="../../customXml/item12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37.xml"/><Relationship Id="rId13" Type="http://schemas.openxmlformats.org/officeDocument/2006/relationships/customXml" Target="../../customXml/item142.xml"/><Relationship Id="rId18" Type="http://schemas.openxmlformats.org/officeDocument/2006/relationships/customXml" Target="../../customXml/item147.xml"/><Relationship Id="rId3" Type="http://schemas.openxmlformats.org/officeDocument/2006/relationships/customXml" Target="../../customXml/item132.xml"/><Relationship Id="rId21" Type="http://schemas.openxmlformats.org/officeDocument/2006/relationships/customXml" Target="../../customXml/item150.xml"/><Relationship Id="rId7" Type="http://schemas.openxmlformats.org/officeDocument/2006/relationships/customXml" Target="../../customXml/item136.xml"/><Relationship Id="rId12" Type="http://schemas.openxmlformats.org/officeDocument/2006/relationships/customXml" Target="../../customXml/item141.xml"/><Relationship Id="rId17" Type="http://schemas.openxmlformats.org/officeDocument/2006/relationships/customXml" Target="../../customXml/item146.xml"/><Relationship Id="rId2" Type="http://schemas.openxmlformats.org/officeDocument/2006/relationships/customXml" Target="../../customXml/item131.xml"/><Relationship Id="rId16" Type="http://schemas.openxmlformats.org/officeDocument/2006/relationships/customXml" Target="../../customXml/item145.xml"/><Relationship Id="rId20" Type="http://schemas.openxmlformats.org/officeDocument/2006/relationships/customXml" Target="../../customXml/item149.xml"/><Relationship Id="rId1" Type="http://schemas.openxmlformats.org/officeDocument/2006/relationships/customXml" Target="../../customXml/item130.xml"/><Relationship Id="rId6" Type="http://schemas.openxmlformats.org/officeDocument/2006/relationships/customXml" Target="../../customXml/item135.xml"/><Relationship Id="rId11" Type="http://schemas.openxmlformats.org/officeDocument/2006/relationships/customXml" Target="../../customXml/item140.xml"/><Relationship Id="rId5" Type="http://schemas.openxmlformats.org/officeDocument/2006/relationships/customXml" Target="../../customXml/item134.xml"/><Relationship Id="rId15" Type="http://schemas.openxmlformats.org/officeDocument/2006/relationships/customXml" Target="../../customXml/item144.xml"/><Relationship Id="rId23" Type="http://schemas.openxmlformats.org/officeDocument/2006/relationships/slideLayout" Target="../slideLayouts/slideLayout20.xml"/><Relationship Id="rId10" Type="http://schemas.openxmlformats.org/officeDocument/2006/relationships/customXml" Target="../../customXml/item139.xml"/><Relationship Id="rId19" Type="http://schemas.openxmlformats.org/officeDocument/2006/relationships/customXml" Target="../../customXml/item148.xml"/><Relationship Id="rId4" Type="http://schemas.openxmlformats.org/officeDocument/2006/relationships/customXml" Target="../../customXml/item133.xml"/><Relationship Id="rId9" Type="http://schemas.openxmlformats.org/officeDocument/2006/relationships/customXml" Target="../../customXml/item138.xml"/><Relationship Id="rId14" Type="http://schemas.openxmlformats.org/officeDocument/2006/relationships/customXml" Target="../../customXml/item143.xml"/><Relationship Id="rId22" Type="http://schemas.openxmlformats.org/officeDocument/2006/relationships/customXml" Target="../../customXml/item15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154.xml"/><Relationship Id="rId2" Type="http://schemas.openxmlformats.org/officeDocument/2006/relationships/customXml" Target="../../customXml/item153.xml"/><Relationship Id="rId1" Type="http://schemas.openxmlformats.org/officeDocument/2006/relationships/customXml" Target="../../customXml/item152.xml"/><Relationship Id="rId4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67.xml"/><Relationship Id="rId13" Type="http://schemas.openxmlformats.org/officeDocument/2006/relationships/customXml" Target="../../customXml/item162.xml"/><Relationship Id="rId18" Type="http://schemas.openxmlformats.org/officeDocument/2006/relationships/customXml" Target="../../customXml/item157.xml"/><Relationship Id="rId3" Type="http://schemas.openxmlformats.org/officeDocument/2006/relationships/customXml" Target="../../customXml/item172.xml"/><Relationship Id="rId21" Type="http://schemas.openxmlformats.org/officeDocument/2006/relationships/slideLayout" Target="../slideLayouts/slideLayout15.xml"/><Relationship Id="rId7" Type="http://schemas.openxmlformats.org/officeDocument/2006/relationships/customXml" Target="../../customXml/item166.xml"/><Relationship Id="rId12" Type="http://schemas.openxmlformats.org/officeDocument/2006/relationships/customXml" Target="../../customXml/item161.xml"/><Relationship Id="rId17" Type="http://schemas.openxmlformats.org/officeDocument/2006/relationships/customXml" Target="../../customXml/item156.xml"/><Relationship Id="rId2" Type="http://schemas.openxmlformats.org/officeDocument/2006/relationships/customXml" Target="../../customXml/item171.xml"/><Relationship Id="rId16" Type="http://schemas.openxmlformats.org/officeDocument/2006/relationships/customXml" Target="../../customXml/item155.xml"/><Relationship Id="rId20" Type="http://schemas.openxmlformats.org/officeDocument/2006/relationships/customXml" Target="../../customXml/item159.xml"/><Relationship Id="rId1" Type="http://schemas.openxmlformats.org/officeDocument/2006/relationships/customXml" Target="../../customXml/item170.xml"/><Relationship Id="rId6" Type="http://schemas.openxmlformats.org/officeDocument/2006/relationships/customXml" Target="../../customXml/item165.xml"/><Relationship Id="rId11" Type="http://schemas.openxmlformats.org/officeDocument/2006/relationships/customXml" Target="../../customXml/item160.xml"/><Relationship Id="rId5" Type="http://schemas.openxmlformats.org/officeDocument/2006/relationships/customXml" Target="../../customXml/item174.xml"/><Relationship Id="rId15" Type="http://schemas.openxmlformats.org/officeDocument/2006/relationships/customXml" Target="../../customXml/item164.xml"/><Relationship Id="rId10" Type="http://schemas.openxmlformats.org/officeDocument/2006/relationships/customXml" Target="../../customXml/item169.xml"/><Relationship Id="rId19" Type="http://schemas.openxmlformats.org/officeDocument/2006/relationships/customXml" Target="../../customXml/item158.xml"/><Relationship Id="rId4" Type="http://schemas.openxmlformats.org/officeDocument/2006/relationships/customXml" Target="../../customXml/item173.xml"/><Relationship Id="rId9" Type="http://schemas.openxmlformats.org/officeDocument/2006/relationships/customXml" Target="../../customXml/item168.xml"/><Relationship Id="rId14" Type="http://schemas.openxmlformats.org/officeDocument/2006/relationships/customXml" Target="../../customXml/item16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82.xml"/><Relationship Id="rId3" Type="http://schemas.openxmlformats.org/officeDocument/2006/relationships/customXml" Target="../../customXml/item177.xml"/><Relationship Id="rId7" Type="http://schemas.openxmlformats.org/officeDocument/2006/relationships/customXml" Target="../../customXml/item181.xml"/><Relationship Id="rId2" Type="http://schemas.openxmlformats.org/officeDocument/2006/relationships/customXml" Target="../../customXml/item176.xml"/><Relationship Id="rId1" Type="http://schemas.openxmlformats.org/officeDocument/2006/relationships/customXml" Target="../../customXml/item175.xml"/><Relationship Id="rId6" Type="http://schemas.openxmlformats.org/officeDocument/2006/relationships/customXml" Target="../../customXml/item180.xml"/><Relationship Id="rId5" Type="http://schemas.openxmlformats.org/officeDocument/2006/relationships/customXml" Target="../../customXml/item179.xml"/><Relationship Id="rId4" Type="http://schemas.openxmlformats.org/officeDocument/2006/relationships/customXml" Target="../../customXml/item178.xml"/><Relationship Id="rId9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90.xml"/><Relationship Id="rId3" Type="http://schemas.openxmlformats.org/officeDocument/2006/relationships/customXml" Target="../../customXml/item185.xml"/><Relationship Id="rId7" Type="http://schemas.openxmlformats.org/officeDocument/2006/relationships/customXml" Target="../../customXml/item189.xml"/><Relationship Id="rId2" Type="http://schemas.openxmlformats.org/officeDocument/2006/relationships/customXml" Target="../../customXml/item184.xml"/><Relationship Id="rId1" Type="http://schemas.openxmlformats.org/officeDocument/2006/relationships/customXml" Target="../../customXml/item183.xml"/><Relationship Id="rId6" Type="http://schemas.openxmlformats.org/officeDocument/2006/relationships/customXml" Target="../../customXml/item188.xml"/><Relationship Id="rId5" Type="http://schemas.openxmlformats.org/officeDocument/2006/relationships/customXml" Target="../../customXml/item187.xml"/><Relationship Id="rId4" Type="http://schemas.openxmlformats.org/officeDocument/2006/relationships/customXml" Target="../../customXml/item186.xml"/><Relationship Id="rId9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98.xml"/><Relationship Id="rId3" Type="http://schemas.openxmlformats.org/officeDocument/2006/relationships/customXml" Target="../../customXml/item193.xml"/><Relationship Id="rId7" Type="http://schemas.openxmlformats.org/officeDocument/2006/relationships/customXml" Target="../../customXml/item197.xml"/><Relationship Id="rId2" Type="http://schemas.openxmlformats.org/officeDocument/2006/relationships/customXml" Target="../../customXml/item192.xml"/><Relationship Id="rId1" Type="http://schemas.openxmlformats.org/officeDocument/2006/relationships/customXml" Target="../../customXml/item191.xml"/><Relationship Id="rId6" Type="http://schemas.openxmlformats.org/officeDocument/2006/relationships/customXml" Target="../../customXml/item196.xml"/><Relationship Id="rId5" Type="http://schemas.openxmlformats.org/officeDocument/2006/relationships/customXml" Target="../../customXml/item195.xml"/><Relationship Id="rId4" Type="http://schemas.openxmlformats.org/officeDocument/2006/relationships/customXml" Target="../../customXml/item194.xml"/><Relationship Id="rId9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6A70-5529-4C3F-9527-C30FE2B71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Olsson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08AF-C6F9-47C8-A02A-71E9D84D3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GET: Groundwater Evaluation Tool</a:t>
            </a:r>
          </a:p>
        </p:txBody>
      </p:sp>
    </p:spTree>
    <p:extLst>
      <p:ext uri="{BB962C8B-B14F-4D97-AF65-F5344CB8AC3E}">
        <p14:creationId xmlns:p14="http://schemas.microsoft.com/office/powerpoint/2010/main" val="161008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1116-3AEE-4034-892D-299F51A4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5C4E-0BD3-48A6-B1CF-458CB75B7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CRUD Run</a:t>
            </a:r>
          </a:p>
          <a:p>
            <a:r>
              <a:rPr lang="en-US" dirty="0"/>
              <a:t>Start Run</a:t>
            </a:r>
          </a:p>
          <a:p>
            <a:r>
              <a:rPr lang="en-US" dirty="0"/>
              <a:t>View Run Results</a:t>
            </a:r>
          </a:p>
          <a:p>
            <a:r>
              <a:rPr lang="en-US" dirty="0"/>
              <a:t>Generate </a:t>
            </a:r>
            <a:r>
              <a:rPr lang="en-US" dirty="0" err="1"/>
              <a:t>Modflow</a:t>
            </a:r>
            <a:r>
              <a:rPr lang="en-US" dirty="0"/>
              <a:t> Inputs</a:t>
            </a:r>
          </a:p>
          <a:p>
            <a:r>
              <a:rPr lang="en-US" dirty="0"/>
              <a:t>Run Analysis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20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24570A-21E4-4C75-A43C-75703C34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 Taxonomy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5C829AF-3DCF-49B4-B918-C0C1D2872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862959"/>
              </p:ext>
            </p:extLst>
          </p:nvPr>
        </p:nvGraphicFramePr>
        <p:xfrm>
          <a:off x="117138" y="1300578"/>
          <a:ext cx="11963700" cy="4734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1817">
                  <a:extLst>
                    <a:ext uri="{9D8B030D-6E8A-4147-A177-3AD203B41FA5}">
                      <a16:colId xmlns:a16="http://schemas.microsoft.com/office/drawing/2014/main" val="904975568"/>
                    </a:ext>
                  </a:extLst>
                </a:gridCol>
                <a:gridCol w="9681883">
                  <a:extLst>
                    <a:ext uri="{9D8B030D-6E8A-4147-A177-3AD203B41FA5}">
                      <a16:colId xmlns:a16="http://schemas.microsoft.com/office/drawing/2014/main" val="4114188978"/>
                    </a:ext>
                  </a:extLst>
                </a:gridCol>
              </a:tblGrid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Originator of a request; app, API or another system</a:t>
                      </a:r>
                    </a:p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878557"/>
                  </a:ext>
                </a:extLst>
              </a:tr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Orchestrator.  Encapsulates use case orchestration.  Single point of entry for microservice.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737916"/>
                  </a:ext>
                </a:extLst>
              </a:tr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Logic.  Encapsulates actions.  Rules/algorithms/calculations/aggregation/etc.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218591"/>
                  </a:ext>
                </a:extLst>
              </a:tr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Access.  Encapsulates access to external resources.  Produces business-related, not schema-related DTOs.  Shields system from resource access mechanism.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10427"/>
                  </a:ext>
                </a:extLst>
              </a:tr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Supportive components/frameworks.  No business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491850"/>
                  </a:ext>
                </a:extLst>
              </a:tr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Non-volatile supportive code.  Not a service.  Usage prescribed by architecture, but not part of the architecture. Wrapper for 3</a:t>
                      </a:r>
                      <a:r>
                        <a:rPr lang="en-US" baseline="30000" dirty="0"/>
                        <a:t>rd</a:t>
                      </a:r>
                      <a:r>
                        <a:rPr lang="en-US" dirty="0"/>
                        <a:t> party SDKs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98159"/>
                  </a:ext>
                </a:extLst>
              </a:tr>
              <a:tr h="67635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Physical system resource.  Database/File system/3</a:t>
                      </a:r>
                      <a:r>
                        <a:rPr lang="en-US" sz="1800" baseline="30000" dirty="0"/>
                        <a:t>rd</a:t>
                      </a:r>
                      <a:r>
                        <a:rPr lang="en-US" sz="1800" dirty="0"/>
                        <a:t> Party SDK/External API.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971779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ABF3392C-E9C5-4C42-87D3-693B0A4A7F5C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66295" y="1376646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DCB3C6-98AA-4ADB-8B7E-D6FA5D7CD84B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66295" y="202022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DC296-D81A-4536-8B8A-586381939580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566295" y="271966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ysClr val="windowText" lastClr="000000"/>
                </a:solidFill>
                <a:latin typeface="Calibri"/>
              </a:rPr>
              <a:t>Engine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5C2D8D-9218-4A71-B786-118DF0E421EC}"/>
              </a:ext>
            </a:extLst>
          </p:cNvPr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566295" y="340666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solidFill>
                  <a:sysClr val="windowText" lastClr="000000"/>
                </a:solidFill>
                <a:latin typeface="Calibri"/>
              </a:rPr>
              <a:t>Accessor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BE2BD8-5013-40DF-83E0-8E58CB12D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95" y="4093667"/>
            <a:ext cx="1125482" cy="522288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ysClr val="windowText" lastClr="000000"/>
                </a:solidFill>
              </a:rPr>
              <a:t>Utility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E1EFEE-3560-47AC-9627-6CDB12532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95" y="4780669"/>
            <a:ext cx="1125482" cy="522288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ysClr val="windowText" lastClr="000000"/>
                </a:solidFill>
              </a:rPr>
              <a:t>Utility SDK</a:t>
            </a:r>
          </a:p>
        </p:txBody>
      </p:sp>
      <p:sp>
        <p:nvSpPr>
          <p:cNvPr id="20" name="Cylinder 2">
            <a:extLst>
              <a:ext uri="{FF2B5EF4-FFF2-40B4-BE49-F238E27FC236}">
                <a16:creationId xmlns:a16="http://schemas.microsoft.com/office/drawing/2014/main" id="{94B1811B-0C67-4743-BA7F-DC8F7B4B4100}"/>
              </a:ext>
            </a:extLst>
          </p:cNvPr>
          <p:cNvSpPr/>
          <p:nvPr/>
        </p:nvSpPr>
        <p:spPr>
          <a:xfrm>
            <a:off x="264075" y="5400076"/>
            <a:ext cx="627017" cy="58087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prstClr val="white"/>
                </a:solidFill>
                <a:latin typeface="Calibri"/>
              </a:rPr>
              <a:t>DB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35D83D-6872-412D-AF9C-76E017566D33}"/>
              </a:ext>
            </a:extLst>
          </p:cNvPr>
          <p:cNvSpPr/>
          <p:nvPr/>
        </p:nvSpPr>
        <p:spPr>
          <a:xfrm>
            <a:off x="1038029" y="5432680"/>
            <a:ext cx="823044" cy="526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prstClr val="white"/>
                </a:solidFill>
                <a:latin typeface="Calibri"/>
              </a:rPr>
              <a:t>External Resource</a:t>
            </a:r>
          </a:p>
        </p:txBody>
      </p:sp>
    </p:spTree>
    <p:extLst>
      <p:ext uri="{BB962C8B-B14F-4D97-AF65-F5344CB8AC3E}">
        <p14:creationId xmlns:p14="http://schemas.microsoft.com/office/powerpoint/2010/main" val="246481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41EE-D577-514C-AEB7-3C48CFA0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Tiers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DAFEB-AE62-E741-B19A-73AA35B86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Client</a:t>
            </a:r>
          </a:p>
          <a:p>
            <a:pPr lvl="1"/>
            <a:r>
              <a:rPr lang="en-US" b="1" dirty="0"/>
              <a:t>AKA Presentation</a:t>
            </a:r>
          </a:p>
          <a:p>
            <a:pPr lvl="1"/>
            <a:r>
              <a:rPr lang="en-US" b="1" dirty="0"/>
              <a:t>Can be a user or another system</a:t>
            </a:r>
          </a:p>
          <a:p>
            <a:pPr lvl="1"/>
            <a:r>
              <a:rPr lang="en-US" b="1" dirty="0"/>
              <a:t>Can be variety of client application technologies</a:t>
            </a:r>
          </a:p>
          <a:p>
            <a:r>
              <a:rPr lang="en-US" b="1" dirty="0"/>
              <a:t>Business</a:t>
            </a:r>
          </a:p>
          <a:p>
            <a:pPr lvl="1"/>
            <a:r>
              <a:rPr lang="en-US" b="1" dirty="0"/>
              <a:t>Managers encapsulate sequence in use cases and workflows</a:t>
            </a:r>
          </a:p>
          <a:p>
            <a:pPr lvl="2"/>
            <a:r>
              <a:rPr lang="en-US" b="1" dirty="0"/>
              <a:t>Each manager is collection of related use cases</a:t>
            </a:r>
          </a:p>
          <a:p>
            <a:pPr lvl="1"/>
            <a:r>
              <a:rPr lang="en-US" b="1" dirty="0"/>
              <a:t>Engines encapsulates business rules</a:t>
            </a:r>
          </a:p>
          <a:p>
            <a:pPr lvl="1"/>
            <a:r>
              <a:rPr lang="en-US" b="1" dirty="0"/>
              <a:t>Manager may use zero or more engines</a:t>
            </a:r>
          </a:p>
          <a:p>
            <a:pPr lvl="1"/>
            <a:r>
              <a:rPr lang="en-US" b="1" dirty="0"/>
              <a:t>Engines may be shared between managers  </a:t>
            </a:r>
          </a:p>
          <a:p>
            <a:pPr lvl="1"/>
            <a:r>
              <a:rPr lang="en-US" b="1" dirty="0"/>
              <a:t>If events are guaranteed to never change then you may not need engines, just managers</a:t>
            </a:r>
          </a:p>
          <a:p>
            <a:r>
              <a:rPr lang="en-US" b="1" dirty="0"/>
              <a:t>Resource Access</a:t>
            </a:r>
          </a:p>
          <a:p>
            <a:pPr lvl="1"/>
            <a:r>
              <a:rPr lang="en-US" b="1" dirty="0"/>
              <a:t>Encapsulate resource access</a:t>
            </a:r>
          </a:p>
          <a:p>
            <a:pPr lvl="1"/>
            <a:r>
              <a:rPr lang="en-US" b="1" dirty="0"/>
              <a:t>May call resource stored in other services</a:t>
            </a:r>
          </a:p>
          <a:p>
            <a:pPr lvl="1"/>
            <a:r>
              <a:rPr lang="en-US" b="1" dirty="0"/>
              <a:t>Can be shared across engines and managers</a:t>
            </a:r>
          </a:p>
          <a:p>
            <a:r>
              <a:rPr lang="en-US" b="1" dirty="0"/>
              <a:t>Resources</a:t>
            </a:r>
          </a:p>
          <a:p>
            <a:pPr lvl="1"/>
            <a:r>
              <a:rPr lang="en-US" b="1" dirty="0"/>
              <a:t>Physical resources</a:t>
            </a:r>
          </a:p>
          <a:p>
            <a:r>
              <a:rPr lang="en-US" b="1" dirty="0"/>
              <a:t>Utilities</a:t>
            </a:r>
          </a:p>
          <a:p>
            <a:pPr lvl="1"/>
            <a:r>
              <a:rPr lang="en-US" b="1" dirty="0"/>
              <a:t>Common infrastructure to all services</a:t>
            </a:r>
          </a:p>
        </p:txBody>
      </p:sp>
    </p:spTree>
    <p:extLst>
      <p:ext uri="{BB962C8B-B14F-4D97-AF65-F5344CB8AC3E}">
        <p14:creationId xmlns:p14="http://schemas.microsoft.com/office/powerpoint/2010/main" val="244884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1716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Tiers 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B6F844-8487-47D7-BA2C-5628E100B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9329" y="864506"/>
            <a:ext cx="1125482" cy="522288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Logging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B19484-F25B-41E8-A199-7D5D739F0914}"/>
              </a:ext>
            </a:extLst>
          </p:cNvPr>
          <p:cNvSpPr/>
          <p:nvPr/>
        </p:nvSpPr>
        <p:spPr>
          <a:xfrm>
            <a:off x="10552111" y="247828"/>
            <a:ext cx="1445826" cy="618414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ylinder 2">
            <a:extLst>
              <a:ext uri="{FF2B5EF4-FFF2-40B4-BE49-F238E27FC236}">
                <a16:creationId xmlns:a16="http://schemas.microsoft.com/office/drawing/2014/main" id="{C8E862AB-46E2-486D-918F-F6A683399192}"/>
              </a:ext>
            </a:extLst>
          </p:cNvPr>
          <p:cNvSpPr/>
          <p:nvPr/>
        </p:nvSpPr>
        <p:spPr>
          <a:xfrm>
            <a:off x="2846305" y="5463743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682DC3-9104-4754-AC27-9B0CFAED936C}"/>
              </a:ext>
            </a:extLst>
          </p:cNvPr>
          <p:cNvSpPr/>
          <p:nvPr/>
        </p:nvSpPr>
        <p:spPr>
          <a:xfrm>
            <a:off x="3912561" y="5500934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Run Queue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243EF9-5F34-48C3-8D2B-9316806A610A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529068" y="97674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Agent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C64506-A92F-4B5E-BE2A-1636115F63E0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4222142" y="97674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Orchestrator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01DCAA-35C6-4B85-81AC-890CB344BA00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2915216" y="97674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Portal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2C85CF-3CCE-4170-8903-92684E1BE224}"/>
              </a:ext>
            </a:extLst>
          </p:cNvPr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2915216" y="174680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Run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3BF375-5C67-48C5-92BF-EE751BFC5FC6}"/>
              </a:ext>
            </a:extLst>
          </p:cNvPr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4222142" y="1742168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514E92-57C9-4AC5-9861-EAAA048C8F48}"/>
              </a:ext>
            </a:extLst>
          </p:cNvPr>
          <p:cNvSpPr>
            <a:spLocks noChangeArrowheads="1"/>
          </p:cNvSpPr>
          <p:nvPr>
            <p:custDataLst>
              <p:custData r:id="rId6"/>
            </p:custDataLst>
          </p:nvPr>
        </p:nvSpPr>
        <p:spPr bwMode="auto">
          <a:xfrm>
            <a:off x="5529068" y="1742168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Customer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7F7D99-A15C-4442-A77C-DFCB6CD81A82}"/>
              </a:ext>
            </a:extLst>
          </p:cNvPr>
          <p:cNvSpPr>
            <a:spLocks noChangeArrowheads="1"/>
          </p:cNvSpPr>
          <p:nvPr>
            <p:custDataLst>
              <p:custData r:id="rId7"/>
            </p:custDataLst>
          </p:nvPr>
        </p:nvSpPr>
        <p:spPr bwMode="auto">
          <a:xfrm>
            <a:off x="6835994" y="1742168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Notification Manager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4A8EA2-D91F-48BE-AD05-5C803899DB40}"/>
              </a:ext>
            </a:extLst>
          </p:cNvPr>
          <p:cNvSpPr>
            <a:spLocks noChangeArrowheads="1"/>
          </p:cNvSpPr>
          <p:nvPr>
            <p:custDataLst>
              <p:custData r:id="rId8"/>
            </p:custDataLst>
          </p:nvPr>
        </p:nvSpPr>
        <p:spPr bwMode="auto">
          <a:xfrm>
            <a:off x="2915216" y="2550079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I/O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B86E80-8B75-42E3-B8C8-9CC05DB70180}"/>
              </a:ext>
            </a:extLst>
          </p:cNvPr>
          <p:cNvSpPr>
            <a:spLocks noChangeArrowheads="1"/>
          </p:cNvSpPr>
          <p:nvPr>
            <p:custDataLst>
              <p:custData r:id="rId9"/>
            </p:custDataLst>
          </p:nvPr>
        </p:nvSpPr>
        <p:spPr bwMode="auto">
          <a:xfrm>
            <a:off x="2915216" y="3944364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Run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7E0C03-8949-4867-B768-CA66C6D8A023}"/>
              </a:ext>
            </a:extLst>
          </p:cNvPr>
          <p:cNvSpPr>
            <a:spLocks noChangeArrowheads="1"/>
          </p:cNvSpPr>
          <p:nvPr>
            <p:custDataLst>
              <p:custData r:id="rId10"/>
            </p:custDataLst>
          </p:nvPr>
        </p:nvSpPr>
        <p:spPr bwMode="auto">
          <a:xfrm>
            <a:off x="4219914" y="394436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489116-4432-46F6-8C30-3E222301CB98}"/>
              </a:ext>
            </a:extLst>
          </p:cNvPr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5524613" y="3944362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Container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F55DE2-607C-49A0-845B-E00497C26188}"/>
              </a:ext>
            </a:extLst>
          </p:cNvPr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6835994" y="394162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Modflow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293A8E-0E35-4C65-B1A9-B901BEC82E59}"/>
              </a:ext>
            </a:extLst>
          </p:cNvPr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2915216" y="474763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Queue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5D5C57-6874-48AE-B6E2-74E1F14CC359}"/>
              </a:ext>
            </a:extLst>
          </p:cNvPr>
          <p:cNvSpPr>
            <a:spLocks noChangeArrowheads="1"/>
          </p:cNvSpPr>
          <p:nvPr>
            <p:custDataLst>
              <p:custData r:id="rId14"/>
            </p:custDataLst>
          </p:nvPr>
        </p:nvSpPr>
        <p:spPr bwMode="auto">
          <a:xfrm>
            <a:off x="4219914" y="4747637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File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E3AE9E-EEC7-4535-8992-CDA448F6B8CD}"/>
              </a:ext>
            </a:extLst>
          </p:cNvPr>
          <p:cNvSpPr>
            <a:spLocks noChangeArrowheads="1"/>
          </p:cNvSpPr>
          <p:nvPr>
            <p:custDataLst>
              <p:custData r:id="rId15"/>
            </p:custDataLst>
          </p:nvPr>
        </p:nvSpPr>
        <p:spPr bwMode="auto">
          <a:xfrm>
            <a:off x="5524613" y="474246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E-mail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45D36B-8E03-4418-8180-1C36EAC695CD}"/>
              </a:ext>
            </a:extLst>
          </p:cNvPr>
          <p:cNvSpPr/>
          <p:nvPr/>
        </p:nvSpPr>
        <p:spPr>
          <a:xfrm>
            <a:off x="4925384" y="549695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BD5411-8C6E-4DEB-B3FE-912C68D59C9E}"/>
              </a:ext>
            </a:extLst>
          </p:cNvPr>
          <p:cNvSpPr/>
          <p:nvPr/>
        </p:nvSpPr>
        <p:spPr>
          <a:xfrm>
            <a:off x="6949008" y="550346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Docker Container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CD33DA-7160-4F0F-A824-D5600B57B444}"/>
              </a:ext>
            </a:extLst>
          </p:cNvPr>
          <p:cNvSpPr>
            <a:spLocks noChangeArrowheads="1"/>
          </p:cNvSpPr>
          <p:nvPr>
            <p:custDataLst>
              <p:custData r:id="rId16"/>
            </p:custDataLst>
          </p:nvPr>
        </p:nvSpPr>
        <p:spPr bwMode="auto">
          <a:xfrm>
            <a:off x="4219914" y="2545443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I/O Engine Factory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36FDB8-FE8B-484C-853C-192EF8EFE464}"/>
              </a:ext>
            </a:extLst>
          </p:cNvPr>
          <p:cNvSpPr/>
          <p:nvPr/>
        </p:nvSpPr>
        <p:spPr>
          <a:xfrm>
            <a:off x="5942131" y="549695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Disk Storage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796103-3A7A-4423-BA49-858E85D503B2}"/>
              </a:ext>
            </a:extLst>
          </p:cNvPr>
          <p:cNvSpPr>
            <a:spLocks noChangeArrowheads="1"/>
          </p:cNvSpPr>
          <p:nvPr>
            <p:custDataLst>
              <p:custData r:id="rId17"/>
            </p:custDataLst>
          </p:nvPr>
        </p:nvSpPr>
        <p:spPr bwMode="auto">
          <a:xfrm>
            <a:off x="6835994" y="976612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66747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0F6E-CD41-4F81-A28D-D734C582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7B6D-C135-4F8C-9238-1985E112E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[Grab appropriate patterns for this system from the templates section at the end of this presentation]</a:t>
            </a:r>
          </a:p>
          <a:p>
            <a:r>
              <a:rPr lang="en-US" dirty="0"/>
              <a:t>[Create pattern slides for any new or differing patterns being established for this architecture]</a:t>
            </a:r>
          </a:p>
        </p:txBody>
      </p:sp>
    </p:spTree>
    <p:extLst>
      <p:ext uri="{BB962C8B-B14F-4D97-AF65-F5344CB8AC3E}">
        <p14:creationId xmlns:p14="http://schemas.microsoft.com/office/powerpoint/2010/main" val="399368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E5C8-B809-4B43-9C40-DFD31204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Client/API Detailed Interaction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34BF1-56F4-4134-8E8A-20482346F3A3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4581232" y="450032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96E14-F852-4723-A2E5-726C4629C590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4581232" y="1992932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2AB13-D40B-496A-8016-4D4137455E32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4581232" y="3167856"/>
            <a:ext cx="1125482" cy="522287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Calibri"/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8A26D-BE4D-40DC-98F5-7EC667C67E4C}"/>
              </a:ext>
            </a:extLst>
          </p:cNvPr>
          <p:cNvSpPr/>
          <p:nvPr/>
        </p:nvSpPr>
        <p:spPr>
          <a:xfrm>
            <a:off x="4478650" y="3075462"/>
            <a:ext cx="1345101" cy="7596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9B4355-7D89-4C79-B290-9CF0BD0F2219}"/>
              </a:ext>
            </a:extLst>
          </p:cNvPr>
          <p:cNvSpPr/>
          <p:nvPr/>
        </p:nvSpPr>
        <p:spPr>
          <a:xfrm>
            <a:off x="4478651" y="1935669"/>
            <a:ext cx="1345100" cy="6887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070C06-D901-4A7F-A4AD-FBFF7B2693DE}"/>
              </a:ext>
            </a:extLst>
          </p:cNvPr>
          <p:cNvSpPr/>
          <p:nvPr/>
        </p:nvSpPr>
        <p:spPr>
          <a:xfrm>
            <a:off x="4493107" y="4452949"/>
            <a:ext cx="1330644" cy="666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ABE236-6C48-4D7A-8228-4C2EBF68E733}"/>
              </a:ext>
            </a:extLst>
          </p:cNvPr>
          <p:cNvCxnSpPr>
            <a:cxnSpLocks/>
            <a:stCxn id="6" idx="2"/>
            <a:endCxn id="4" idx="0"/>
          </p:cNvCxnSpPr>
          <p:nvPr>
            <p:custDataLst>
              <p:custData r:id="rId4"/>
            </p:custDataLst>
          </p:nvPr>
        </p:nvCxnSpPr>
        <p:spPr>
          <a:xfrm>
            <a:off x="5143973" y="3690143"/>
            <a:ext cx="0" cy="8101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2449D7-6298-419F-9F80-E2ACCE96686F}"/>
              </a:ext>
            </a:extLst>
          </p:cNvPr>
          <p:cNvCxnSpPr>
            <a:cxnSpLocks/>
            <a:stCxn id="5" idx="2"/>
            <a:endCxn id="6" idx="0"/>
          </p:cNvCxnSpPr>
          <p:nvPr>
            <p:custDataLst>
              <p:custData r:id="rId5"/>
            </p:custDataLst>
          </p:nvPr>
        </p:nvCxnSpPr>
        <p:spPr>
          <a:xfrm>
            <a:off x="5143973" y="2515220"/>
            <a:ext cx="0" cy="65263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09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E5C8-B809-4B43-9C40-DFD31204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Client/API Serverless Detailed Interaction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34BF1-56F4-4134-8E8A-20482346F3A3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4581232" y="534998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96E14-F852-4723-A2E5-726C4629C590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4581232" y="1992932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 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2AB13-D40B-496A-8016-4D4137455E32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4581232" y="3167856"/>
            <a:ext cx="1125482" cy="522287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Calibri"/>
              </a:rPr>
              <a:t>Azure API Management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8A26D-BE4D-40DC-98F5-7EC667C67E4C}"/>
              </a:ext>
            </a:extLst>
          </p:cNvPr>
          <p:cNvSpPr/>
          <p:nvPr/>
        </p:nvSpPr>
        <p:spPr>
          <a:xfrm>
            <a:off x="4478651" y="3075462"/>
            <a:ext cx="1345100" cy="7596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9B4355-7D89-4C79-B290-9CF0BD0F2219}"/>
              </a:ext>
            </a:extLst>
          </p:cNvPr>
          <p:cNvSpPr/>
          <p:nvPr/>
        </p:nvSpPr>
        <p:spPr>
          <a:xfrm>
            <a:off x="4478651" y="1935669"/>
            <a:ext cx="1345100" cy="6887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070C06-D901-4A7F-A4AD-FBFF7B2693DE}"/>
              </a:ext>
            </a:extLst>
          </p:cNvPr>
          <p:cNvSpPr/>
          <p:nvPr/>
        </p:nvSpPr>
        <p:spPr>
          <a:xfrm>
            <a:off x="4477065" y="4115498"/>
            <a:ext cx="1346686" cy="18540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2449D7-6298-419F-9F80-E2ACCE96686F}"/>
              </a:ext>
            </a:extLst>
          </p:cNvPr>
          <p:cNvCxnSpPr>
            <a:cxnSpLocks/>
            <a:stCxn id="5" idx="2"/>
            <a:endCxn id="6" idx="0"/>
          </p:cNvCxnSpPr>
          <p:nvPr>
            <p:custDataLst>
              <p:custData r:id="rId4"/>
            </p:custDataLst>
          </p:nvPr>
        </p:nvCxnSpPr>
        <p:spPr>
          <a:xfrm>
            <a:off x="5143973" y="2515220"/>
            <a:ext cx="0" cy="65263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C52F7-485F-47F3-94DC-3B9D5FDBD276}"/>
              </a:ext>
            </a:extLst>
          </p:cNvPr>
          <p:cNvSpPr>
            <a:spLocks noChangeArrowheads="1"/>
          </p:cNvSpPr>
          <p:nvPr>
            <p:custDataLst>
              <p:custData r:id="rId5"/>
            </p:custDataLst>
          </p:nvPr>
        </p:nvSpPr>
        <p:spPr bwMode="auto">
          <a:xfrm>
            <a:off x="4581232" y="4286215"/>
            <a:ext cx="1125482" cy="522287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Calibri"/>
              </a:rPr>
              <a:t>Serverless Function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ABE236-6C48-4D7A-8228-4C2EBF68E733}"/>
              </a:ext>
            </a:extLst>
          </p:cNvPr>
          <p:cNvCxnSpPr>
            <a:cxnSpLocks/>
            <a:stCxn id="6" idx="2"/>
            <a:endCxn id="15" idx="0"/>
          </p:cNvCxnSpPr>
          <p:nvPr>
            <p:custDataLst>
              <p:custData r:id="rId6"/>
            </p:custDataLst>
          </p:nvPr>
        </p:nvCxnSpPr>
        <p:spPr>
          <a:xfrm>
            <a:off x="5143973" y="3690143"/>
            <a:ext cx="0" cy="596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0541E2-B1DB-4657-8355-0BD91C532A68}"/>
              </a:ext>
            </a:extLst>
          </p:cNvPr>
          <p:cNvCxnSpPr>
            <a:cxnSpLocks/>
            <a:stCxn id="15" idx="2"/>
            <a:endCxn id="4" idx="0"/>
          </p:cNvCxnSpPr>
          <p:nvPr>
            <p:custDataLst>
              <p:custData r:id="rId7"/>
            </p:custDataLst>
          </p:nvPr>
        </p:nvCxnSpPr>
        <p:spPr>
          <a:xfrm>
            <a:off x="5143973" y="4808502"/>
            <a:ext cx="0" cy="541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D773F8D-2792-48A2-A2AD-2757C8055F8A}"/>
              </a:ext>
            </a:extLst>
          </p:cNvPr>
          <p:cNvSpPr/>
          <p:nvPr/>
        </p:nvSpPr>
        <p:spPr>
          <a:xfrm>
            <a:off x="6562737" y="4069168"/>
            <a:ext cx="3042507" cy="6669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 business logic goes in here. Only unwrapping the web call and invoking the manager service call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E4F188-A922-415A-95E2-C25D3302055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706714" y="4188691"/>
            <a:ext cx="838734" cy="358668"/>
          </a:xfrm>
          <a:prstGeom prst="line">
            <a:avLst/>
          </a:prstGeom>
          <a:ln>
            <a:solidFill>
              <a:schemeClr val="tx1"/>
            </a:solidFill>
            <a:prstDash val="dash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84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8D6B-555D-4D15-8887-A90E168C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Chains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6A90-08DC-4D8A-9C6B-C26466FD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Strive for a closed architecture</a:t>
            </a:r>
          </a:p>
          <a:p>
            <a:pPr lvl="1"/>
            <a:r>
              <a:rPr lang="en-US" dirty="0"/>
              <a:t>Can only call adjacent tier/layer (except Utilities)</a:t>
            </a:r>
          </a:p>
          <a:p>
            <a:pPr lvl="1"/>
            <a:r>
              <a:rPr lang="en-US" dirty="0"/>
              <a:t>Least flexible</a:t>
            </a:r>
          </a:p>
          <a:p>
            <a:pPr lvl="1"/>
            <a:r>
              <a:rPr lang="en-US" dirty="0"/>
              <a:t>Most encapsulated</a:t>
            </a:r>
          </a:p>
          <a:p>
            <a:r>
              <a:rPr lang="en-US" dirty="0"/>
              <a:t>Promotes decoupling</a:t>
            </a:r>
          </a:p>
          <a:p>
            <a:r>
              <a:rPr lang="en-US" dirty="0"/>
              <a:t>Call chains reflect distinct use cases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8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CRUD Run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8A2DD-2094-4EBD-BF9D-7B92D5CB46C7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831924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064153" y="203395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4527889" y="5471330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00E38E-8F83-43F1-AFE2-1CCFB71C939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3"/>
            </p:custDataLst>
          </p:nvPr>
        </p:nvCxnSpPr>
        <p:spPr>
          <a:xfrm>
            <a:off x="5626894" y="1354212"/>
            <a:ext cx="0" cy="6797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5972997" y="556000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4"/>
              <p:custData r:id="rId5"/>
            </p:custDataLst>
          </p:nvPr>
        </p:nvSpPr>
        <p:spPr bwMode="auto">
          <a:xfrm>
            <a:off x="4337842" y="423108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6"/>
              <p:custData r:id="rId7"/>
            </p:custDataLst>
          </p:nvPr>
        </p:nvSpPr>
        <p:spPr bwMode="auto">
          <a:xfrm>
            <a:off x="5812319" y="423322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8"/>
            </p:custDataLst>
          </p:nvPr>
        </p:nvCxnSpPr>
        <p:spPr>
          <a:xfrm flipH="1">
            <a:off x="4900583" y="2556244"/>
            <a:ext cx="726311" cy="167483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A7A6CD-56A5-4E87-B863-7385EF03A22B}"/>
              </a:ext>
            </a:extLst>
          </p:cNvPr>
          <p:cNvCxnSpPr>
            <a:cxnSpLocks/>
            <a:stCxn id="11" idx="2"/>
            <a:endCxn id="32" idx="0"/>
          </p:cNvCxnSpPr>
          <p:nvPr>
            <p:custDataLst>
              <p:custData r:id="rId9"/>
            </p:custDataLst>
          </p:nvPr>
        </p:nvCxnSpPr>
        <p:spPr>
          <a:xfrm>
            <a:off x="5626894" y="2556244"/>
            <a:ext cx="748166" cy="167698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10"/>
            </p:custDataLst>
          </p:nvPr>
        </p:nvCxnSpPr>
        <p:spPr>
          <a:xfrm>
            <a:off x="4900583" y="4753367"/>
            <a:ext cx="0" cy="71796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11"/>
            </p:custDataLst>
          </p:nvPr>
        </p:nvCxnSpPr>
        <p:spPr>
          <a:xfrm>
            <a:off x="6375060" y="4755515"/>
            <a:ext cx="0" cy="804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04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1053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Run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8A2DD-2094-4EBD-BF9D-7B92D5CB46C7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831924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064153" y="203395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813612-84D4-4FF8-8C8C-3FDF5C0CBD86}"/>
              </a:ext>
            </a:extLst>
          </p:cNvPr>
          <p:cNvSpPr>
            <a:spLocks noChangeArrowheads="1"/>
          </p:cNvSpPr>
          <p:nvPr>
            <p:custDataLst>
              <p:custData r:id="rId3"/>
              <p:custData r:id="rId4"/>
            </p:custDataLst>
          </p:nvPr>
        </p:nvSpPr>
        <p:spPr bwMode="auto">
          <a:xfrm>
            <a:off x="5950952" y="4231079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Queue Accessor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4452776" y="5486916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90D2E-9404-47D3-9DC6-30D0B1ECA796}"/>
              </a:ext>
            </a:extLst>
          </p:cNvPr>
          <p:cNvSpPr/>
          <p:nvPr/>
        </p:nvSpPr>
        <p:spPr>
          <a:xfrm>
            <a:off x="6111630" y="5524107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Run Queue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00E38E-8F83-43F1-AFE2-1CCFB71C939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5"/>
            </p:custDataLst>
          </p:nvPr>
        </p:nvCxnSpPr>
        <p:spPr>
          <a:xfrm>
            <a:off x="5626894" y="1354212"/>
            <a:ext cx="0" cy="6797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584B9B-DB9D-42EE-90A1-AB0285266942}"/>
              </a:ext>
            </a:extLst>
          </p:cNvPr>
          <p:cNvCxnSpPr>
            <a:cxnSpLocks/>
            <a:stCxn id="11" idx="2"/>
            <a:endCxn id="15" idx="0"/>
          </p:cNvCxnSpPr>
          <p:nvPr>
            <p:custDataLst>
              <p:custData r:id="rId6"/>
            </p:custDataLst>
          </p:nvPr>
        </p:nvCxnSpPr>
        <p:spPr>
          <a:xfrm>
            <a:off x="5626894" y="2556244"/>
            <a:ext cx="886799" cy="1674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0CE053-F3BA-494B-AE58-D84AD9226AF1}"/>
              </a:ext>
            </a:extLst>
          </p:cNvPr>
          <p:cNvCxnSpPr>
            <a:cxnSpLocks/>
            <a:stCxn id="15" idx="2"/>
            <a:endCxn id="18" idx="0"/>
          </p:cNvCxnSpPr>
          <p:nvPr>
            <p:custDataLst>
              <p:custData r:id="rId7"/>
            </p:custDataLst>
          </p:nvPr>
        </p:nvCxnSpPr>
        <p:spPr>
          <a:xfrm>
            <a:off x="6513693" y="4753366"/>
            <a:ext cx="0" cy="77074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8"/>
              <p:custData r:id="rId9"/>
            </p:custDataLst>
          </p:nvPr>
        </p:nvSpPr>
        <p:spPr bwMode="auto">
          <a:xfrm>
            <a:off x="4262729" y="423108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10"/>
            </p:custDataLst>
          </p:nvPr>
        </p:nvCxnSpPr>
        <p:spPr>
          <a:xfrm flipH="1">
            <a:off x="4825470" y="2556244"/>
            <a:ext cx="801424" cy="167483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11"/>
            </p:custDataLst>
          </p:nvPr>
        </p:nvCxnSpPr>
        <p:spPr>
          <a:xfrm>
            <a:off x="4825470" y="4753367"/>
            <a:ext cx="0" cy="7335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39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1416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Start Run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203395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813612-84D4-4FF8-8C8C-3FDF5C0CBD86}"/>
              </a:ext>
            </a:extLst>
          </p:cNvPr>
          <p:cNvSpPr>
            <a:spLocks noChangeArrowheads="1"/>
          </p:cNvSpPr>
          <p:nvPr>
            <p:custDataLst>
              <p:custData r:id="rId2"/>
              <p:custData r:id="rId3"/>
            </p:custDataLst>
          </p:nvPr>
        </p:nvSpPr>
        <p:spPr bwMode="auto">
          <a:xfrm>
            <a:off x="6320610" y="423108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Queue Accessor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3997742" y="5457817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90D2E-9404-47D3-9DC6-30D0B1ECA796}"/>
              </a:ext>
            </a:extLst>
          </p:cNvPr>
          <p:cNvSpPr/>
          <p:nvPr/>
        </p:nvSpPr>
        <p:spPr>
          <a:xfrm>
            <a:off x="6477096" y="551235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Run Queue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584B9B-DB9D-42EE-90A1-AB0285266942}"/>
              </a:ext>
            </a:extLst>
          </p:cNvPr>
          <p:cNvCxnSpPr>
            <a:cxnSpLocks/>
            <a:stCxn id="11" idx="2"/>
            <a:endCxn id="15" idx="0"/>
          </p:cNvCxnSpPr>
          <p:nvPr>
            <p:custDataLst>
              <p:custData r:id="rId4"/>
            </p:custDataLst>
          </p:nvPr>
        </p:nvCxnSpPr>
        <p:spPr>
          <a:xfrm>
            <a:off x="5626894" y="2556244"/>
            <a:ext cx="1256457" cy="167483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0CE053-F3BA-494B-AE58-D84AD9226AF1}"/>
              </a:ext>
            </a:extLst>
          </p:cNvPr>
          <p:cNvCxnSpPr>
            <a:cxnSpLocks/>
            <a:stCxn id="15" idx="2"/>
            <a:endCxn id="18" idx="0"/>
          </p:cNvCxnSpPr>
          <p:nvPr>
            <p:custDataLst>
              <p:custData r:id="rId5"/>
            </p:custDataLst>
          </p:nvPr>
        </p:nvCxnSpPr>
        <p:spPr>
          <a:xfrm flipH="1">
            <a:off x="6879159" y="4753367"/>
            <a:ext cx="4192" cy="75899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5225476" y="551235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6"/>
              <p:custData r:id="rId7"/>
            </p:custDataLst>
          </p:nvPr>
        </p:nvSpPr>
        <p:spPr bwMode="auto">
          <a:xfrm>
            <a:off x="3807695" y="4231080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8"/>
              <p:custData r:id="rId9"/>
            </p:custDataLst>
          </p:nvPr>
        </p:nvSpPr>
        <p:spPr bwMode="auto">
          <a:xfrm>
            <a:off x="5064153" y="4233228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10"/>
            </p:custDataLst>
          </p:nvPr>
        </p:nvCxnSpPr>
        <p:spPr>
          <a:xfrm flipH="1">
            <a:off x="4370436" y="2556244"/>
            <a:ext cx="1256458" cy="167483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A7A6CD-56A5-4E87-B863-7385EF03A22B}"/>
              </a:ext>
            </a:extLst>
          </p:cNvPr>
          <p:cNvCxnSpPr>
            <a:cxnSpLocks/>
            <a:stCxn id="11" idx="2"/>
            <a:endCxn id="32" idx="0"/>
          </p:cNvCxnSpPr>
          <p:nvPr>
            <p:custDataLst>
              <p:custData r:id="rId11"/>
            </p:custDataLst>
          </p:nvPr>
        </p:nvCxnSpPr>
        <p:spPr>
          <a:xfrm>
            <a:off x="5626894" y="2556244"/>
            <a:ext cx="0" cy="167698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12"/>
            </p:custDataLst>
          </p:nvPr>
        </p:nvCxnSpPr>
        <p:spPr>
          <a:xfrm>
            <a:off x="4370436" y="4753367"/>
            <a:ext cx="0" cy="704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13"/>
            </p:custDataLst>
          </p:nvPr>
        </p:nvCxnSpPr>
        <p:spPr>
          <a:xfrm>
            <a:off x="5626894" y="4755515"/>
            <a:ext cx="645" cy="7568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06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179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View Run 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8A2DD-2094-4EBD-BF9D-7B92D5CB46C7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831924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064153" y="203395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4507423" y="5495008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00E38E-8F83-43F1-AFE2-1CCFB71C939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3"/>
            </p:custDataLst>
          </p:nvPr>
        </p:nvCxnSpPr>
        <p:spPr>
          <a:xfrm>
            <a:off x="5626894" y="1354212"/>
            <a:ext cx="0" cy="6797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5974841" y="553219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4"/>
              <p:custData r:id="rId5"/>
            </p:custDataLst>
          </p:nvPr>
        </p:nvSpPr>
        <p:spPr bwMode="auto">
          <a:xfrm>
            <a:off x="4315987" y="4227464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6"/>
              <p:custData r:id="rId7"/>
            </p:custDataLst>
          </p:nvPr>
        </p:nvSpPr>
        <p:spPr bwMode="auto">
          <a:xfrm>
            <a:off x="5814163" y="4227465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8"/>
            </p:custDataLst>
          </p:nvPr>
        </p:nvCxnSpPr>
        <p:spPr>
          <a:xfrm flipH="1">
            <a:off x="4878728" y="2556244"/>
            <a:ext cx="748166" cy="1671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A7A6CD-56A5-4E87-B863-7385EF03A22B}"/>
              </a:ext>
            </a:extLst>
          </p:cNvPr>
          <p:cNvCxnSpPr>
            <a:cxnSpLocks/>
            <a:stCxn id="11" idx="2"/>
            <a:endCxn id="32" idx="0"/>
          </p:cNvCxnSpPr>
          <p:nvPr>
            <p:custDataLst>
              <p:custData r:id="rId9"/>
            </p:custDataLst>
          </p:nvPr>
        </p:nvCxnSpPr>
        <p:spPr>
          <a:xfrm>
            <a:off x="5626894" y="2556244"/>
            <a:ext cx="750010" cy="167122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10"/>
            </p:custDataLst>
          </p:nvPr>
        </p:nvCxnSpPr>
        <p:spPr>
          <a:xfrm>
            <a:off x="4878728" y="4749751"/>
            <a:ext cx="1389" cy="7452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11"/>
            </p:custDataLst>
          </p:nvPr>
        </p:nvCxnSpPr>
        <p:spPr>
          <a:xfrm>
            <a:off x="6376904" y="4749752"/>
            <a:ext cx="0" cy="7824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02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2026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Get Run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203395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4507423" y="5495008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5974841" y="5532199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2"/>
              <p:custData r:id="rId3"/>
            </p:custDataLst>
          </p:nvPr>
        </p:nvSpPr>
        <p:spPr bwMode="auto">
          <a:xfrm>
            <a:off x="4315987" y="4227464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4"/>
              <p:custData r:id="rId5"/>
            </p:custDataLst>
          </p:nvPr>
        </p:nvSpPr>
        <p:spPr bwMode="auto">
          <a:xfrm>
            <a:off x="5814163" y="4227465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6"/>
            </p:custDataLst>
          </p:nvPr>
        </p:nvCxnSpPr>
        <p:spPr>
          <a:xfrm flipH="1">
            <a:off x="4878728" y="2556244"/>
            <a:ext cx="748166" cy="1671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A7A6CD-56A5-4E87-B863-7385EF03A22B}"/>
              </a:ext>
            </a:extLst>
          </p:cNvPr>
          <p:cNvCxnSpPr>
            <a:cxnSpLocks/>
            <a:stCxn id="11" idx="2"/>
            <a:endCxn id="32" idx="0"/>
          </p:cNvCxnSpPr>
          <p:nvPr>
            <p:custDataLst>
              <p:custData r:id="rId7"/>
            </p:custDataLst>
          </p:nvPr>
        </p:nvCxnSpPr>
        <p:spPr>
          <a:xfrm>
            <a:off x="5626894" y="2556244"/>
            <a:ext cx="750010" cy="167122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8"/>
            </p:custDataLst>
          </p:nvPr>
        </p:nvCxnSpPr>
        <p:spPr>
          <a:xfrm>
            <a:off x="4878728" y="4749751"/>
            <a:ext cx="1389" cy="7452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9"/>
            </p:custDataLst>
          </p:nvPr>
        </p:nvCxnSpPr>
        <p:spPr>
          <a:xfrm>
            <a:off x="6376904" y="4749752"/>
            <a:ext cx="0" cy="7824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236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2385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Orchestrator Starts Run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8A2DD-2094-4EBD-BF9D-7B92D5CB46C7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354508" y="82914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354508" y="200707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3390377" y="5451609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00E38E-8F83-43F1-AFE2-1CCFB71C939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3"/>
            </p:custDataLst>
          </p:nvPr>
        </p:nvCxnSpPr>
        <p:spPr>
          <a:xfrm>
            <a:off x="5917249" y="1351433"/>
            <a:ext cx="0" cy="65563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4715870" y="5524107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4"/>
              <p:custData r:id="rId5"/>
            </p:custDataLst>
          </p:nvPr>
        </p:nvSpPr>
        <p:spPr bwMode="auto">
          <a:xfrm>
            <a:off x="3202755" y="4227465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6"/>
              <p:custData r:id="rId7"/>
            </p:custDataLst>
          </p:nvPr>
        </p:nvSpPr>
        <p:spPr bwMode="auto">
          <a:xfrm>
            <a:off x="4560002" y="421147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8"/>
            </p:custDataLst>
          </p:nvPr>
        </p:nvCxnSpPr>
        <p:spPr>
          <a:xfrm flipH="1">
            <a:off x="3765496" y="2529358"/>
            <a:ext cx="2151753" cy="1698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A7A6CD-56A5-4E87-B863-7385EF03A22B}"/>
              </a:ext>
            </a:extLst>
          </p:cNvPr>
          <p:cNvCxnSpPr>
            <a:cxnSpLocks/>
            <a:stCxn id="11" idx="2"/>
            <a:endCxn id="32" idx="0"/>
          </p:cNvCxnSpPr>
          <p:nvPr>
            <p:custDataLst>
              <p:custData r:id="rId9"/>
            </p:custDataLst>
          </p:nvPr>
        </p:nvCxnSpPr>
        <p:spPr>
          <a:xfrm flipH="1">
            <a:off x="5122743" y="2529358"/>
            <a:ext cx="794506" cy="1682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10"/>
            </p:custDataLst>
          </p:nvPr>
        </p:nvCxnSpPr>
        <p:spPr>
          <a:xfrm flipH="1">
            <a:off x="3763071" y="4749752"/>
            <a:ext cx="2425" cy="70185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11"/>
            </p:custDataLst>
          </p:nvPr>
        </p:nvCxnSpPr>
        <p:spPr>
          <a:xfrm flipH="1">
            <a:off x="5117933" y="4733758"/>
            <a:ext cx="4810" cy="7903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8C8937D-5870-4739-8282-D312500BF203}"/>
              </a:ext>
            </a:extLst>
          </p:cNvPr>
          <p:cNvSpPr/>
          <p:nvPr/>
        </p:nvSpPr>
        <p:spPr>
          <a:xfrm>
            <a:off x="6299635" y="5524107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Run Queue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A908D0-9D1F-41EE-911F-75717B52DEE0}"/>
              </a:ext>
            </a:extLst>
          </p:cNvPr>
          <p:cNvSpPr>
            <a:spLocks noChangeArrowheads="1"/>
          </p:cNvSpPr>
          <p:nvPr>
            <p:custDataLst>
              <p:custData r:id="rId12"/>
              <p:custData r:id="rId13"/>
            </p:custDataLst>
          </p:nvPr>
        </p:nvSpPr>
        <p:spPr bwMode="auto">
          <a:xfrm>
            <a:off x="6143767" y="421147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Queue Accessor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0263A1-7634-4DC7-B448-EF9D6F7B6812}"/>
              </a:ext>
            </a:extLst>
          </p:cNvPr>
          <p:cNvCxnSpPr>
            <a:cxnSpLocks/>
            <a:stCxn id="39" idx="2"/>
            <a:endCxn id="38" idx="0"/>
          </p:cNvCxnSpPr>
          <p:nvPr>
            <p:custDataLst>
              <p:custData r:id="rId14"/>
            </p:custDataLst>
          </p:nvPr>
        </p:nvCxnSpPr>
        <p:spPr>
          <a:xfrm flipH="1">
            <a:off x="6701698" y="4733758"/>
            <a:ext cx="4810" cy="7903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0B5EFE4-2850-4CF3-B9FB-7ED379217B7A}"/>
              </a:ext>
            </a:extLst>
          </p:cNvPr>
          <p:cNvSpPr/>
          <p:nvPr/>
        </p:nvSpPr>
        <p:spPr>
          <a:xfrm>
            <a:off x="7651635" y="5524107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Docker Container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148F6E-349E-4E16-ADC4-A97B05981DFC}"/>
              </a:ext>
            </a:extLst>
          </p:cNvPr>
          <p:cNvSpPr>
            <a:spLocks noChangeArrowheads="1"/>
          </p:cNvSpPr>
          <p:nvPr>
            <p:custDataLst>
              <p:custData r:id="rId15"/>
              <p:custData r:id="rId16"/>
            </p:custDataLst>
          </p:nvPr>
        </p:nvSpPr>
        <p:spPr bwMode="auto">
          <a:xfrm>
            <a:off x="7495767" y="421147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Container Accessor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DAF94A-85DA-4345-8BB3-20ACF10669BA}"/>
              </a:ext>
            </a:extLst>
          </p:cNvPr>
          <p:cNvCxnSpPr>
            <a:cxnSpLocks/>
            <a:stCxn id="42" idx="2"/>
            <a:endCxn id="41" idx="0"/>
          </p:cNvCxnSpPr>
          <p:nvPr>
            <p:custDataLst>
              <p:custData r:id="rId17"/>
            </p:custDataLst>
          </p:nvPr>
        </p:nvCxnSpPr>
        <p:spPr>
          <a:xfrm flipH="1">
            <a:off x="8053698" y="4733758"/>
            <a:ext cx="4810" cy="7903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3C6EB88-1232-4D25-8586-777831DDECA1}"/>
              </a:ext>
            </a:extLst>
          </p:cNvPr>
          <p:cNvCxnSpPr>
            <a:cxnSpLocks/>
            <a:stCxn id="11" idx="2"/>
            <a:endCxn id="39" idx="0"/>
          </p:cNvCxnSpPr>
          <p:nvPr>
            <p:custDataLst>
              <p:custData r:id="rId18"/>
            </p:custDataLst>
          </p:nvPr>
        </p:nvCxnSpPr>
        <p:spPr>
          <a:xfrm>
            <a:off x="5917249" y="2529358"/>
            <a:ext cx="789259" cy="1682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108C61-E8F7-4FB9-9B99-7C9344412C86}"/>
              </a:ext>
            </a:extLst>
          </p:cNvPr>
          <p:cNvCxnSpPr>
            <a:cxnSpLocks/>
            <a:stCxn id="11" idx="2"/>
            <a:endCxn id="42" idx="0"/>
          </p:cNvCxnSpPr>
          <p:nvPr>
            <p:custDataLst>
              <p:custData r:id="rId19"/>
            </p:custDataLst>
          </p:nvPr>
        </p:nvCxnSpPr>
        <p:spPr>
          <a:xfrm>
            <a:off x="5917249" y="2529358"/>
            <a:ext cx="2141259" cy="1682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177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329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Generates </a:t>
            </a:r>
            <a:r>
              <a:rPr lang="en-US" dirty="0" err="1"/>
              <a:t>Modflow</a:t>
            </a:r>
            <a:r>
              <a:rPr lang="en-US" dirty="0"/>
              <a:t> Inputs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8A2DD-2094-4EBD-BF9D-7B92D5CB46C7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354508" y="82914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354508" y="170673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2877081" y="5478741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00E38E-8F83-43F1-AFE2-1CCFB71C939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3"/>
            </p:custDataLst>
          </p:nvPr>
        </p:nvCxnSpPr>
        <p:spPr>
          <a:xfrm>
            <a:off x="5917249" y="1351433"/>
            <a:ext cx="0" cy="35529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6023074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4"/>
              <p:custData r:id="rId5"/>
            </p:custDataLst>
          </p:nvPr>
        </p:nvSpPr>
        <p:spPr bwMode="auto">
          <a:xfrm>
            <a:off x="2687034" y="421147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6"/>
              <p:custData r:id="rId7"/>
            </p:custDataLst>
          </p:nvPr>
        </p:nvSpPr>
        <p:spPr bwMode="auto">
          <a:xfrm>
            <a:off x="6425137" y="415607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8"/>
            </p:custDataLst>
          </p:nvPr>
        </p:nvCxnSpPr>
        <p:spPr>
          <a:xfrm flipH="1">
            <a:off x="3249775" y="2229018"/>
            <a:ext cx="2667474" cy="1982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9"/>
            </p:custDataLst>
          </p:nvPr>
        </p:nvCxnSpPr>
        <p:spPr>
          <a:xfrm>
            <a:off x="3249775" y="4733758"/>
            <a:ext cx="0" cy="7449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10"/>
            </p:custDataLst>
          </p:nvPr>
        </p:nvCxnSpPr>
        <p:spPr>
          <a:xfrm flipH="1">
            <a:off x="6425137" y="4678363"/>
            <a:ext cx="562741" cy="896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73934C9-7789-41AB-982E-18B37BCDF502}"/>
              </a:ext>
            </a:extLst>
          </p:cNvPr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6425137" y="329343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I/O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4E9AF8-5211-478C-8186-F05D4C45FA15}"/>
              </a:ext>
            </a:extLst>
          </p:cNvPr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5261448" y="3293436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I/O Engine Factory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71BF8B-8C1D-4060-B16B-F9AD12199820}"/>
              </a:ext>
            </a:extLst>
          </p:cNvPr>
          <p:cNvSpPr/>
          <p:nvPr/>
        </p:nvSpPr>
        <p:spPr>
          <a:xfrm>
            <a:off x="8540162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Run Queue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9259C7-964F-4765-908C-409F02F2F672}"/>
              </a:ext>
            </a:extLst>
          </p:cNvPr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8379484" y="415607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Queue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EB48D8-CD28-4154-BB85-5E32CCE562DD}"/>
              </a:ext>
            </a:extLst>
          </p:cNvPr>
          <p:cNvSpPr/>
          <p:nvPr/>
        </p:nvSpPr>
        <p:spPr>
          <a:xfrm>
            <a:off x="7148556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Disk Storage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E3404D-C7B4-4540-A4EA-82625CAC1C6F}"/>
              </a:ext>
            </a:extLst>
          </p:cNvPr>
          <p:cNvCxnSpPr>
            <a:cxnSpLocks/>
            <a:stCxn id="32" idx="2"/>
            <a:endCxn id="50" idx="0"/>
          </p:cNvCxnSpPr>
          <p:nvPr>
            <p:custDataLst>
              <p:custData r:id="rId14"/>
            </p:custDataLst>
          </p:nvPr>
        </p:nvCxnSpPr>
        <p:spPr>
          <a:xfrm>
            <a:off x="6987878" y="4678363"/>
            <a:ext cx="562741" cy="896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1ED2A2-A824-4DCC-94E3-791361479AD6}"/>
              </a:ext>
            </a:extLst>
          </p:cNvPr>
          <p:cNvCxnSpPr>
            <a:cxnSpLocks/>
            <a:stCxn id="11" idx="2"/>
            <a:endCxn id="47" idx="0"/>
          </p:cNvCxnSpPr>
          <p:nvPr>
            <p:custDataLst>
              <p:custData r:id="rId15"/>
            </p:custDataLst>
          </p:nvPr>
        </p:nvCxnSpPr>
        <p:spPr>
          <a:xfrm flipH="1">
            <a:off x="5824189" y="2229018"/>
            <a:ext cx="93060" cy="106441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60B8F94-31F3-443F-B3E2-14AA697938A5}"/>
              </a:ext>
            </a:extLst>
          </p:cNvPr>
          <p:cNvCxnSpPr>
            <a:cxnSpLocks/>
            <a:stCxn id="11" idx="2"/>
            <a:endCxn id="46" idx="0"/>
          </p:cNvCxnSpPr>
          <p:nvPr>
            <p:custDataLst>
              <p:custData r:id="rId16"/>
            </p:custDataLst>
          </p:nvPr>
        </p:nvCxnSpPr>
        <p:spPr>
          <a:xfrm>
            <a:off x="5917249" y="2229018"/>
            <a:ext cx="1070629" cy="106441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B481964-6435-4D4D-916E-120405B87E7E}"/>
              </a:ext>
            </a:extLst>
          </p:cNvPr>
          <p:cNvCxnSpPr>
            <a:cxnSpLocks/>
            <a:stCxn id="46" idx="2"/>
            <a:endCxn id="32" idx="0"/>
          </p:cNvCxnSpPr>
          <p:nvPr>
            <p:custDataLst>
              <p:custData r:id="rId17"/>
            </p:custDataLst>
          </p:nvPr>
        </p:nvCxnSpPr>
        <p:spPr>
          <a:xfrm>
            <a:off x="6987878" y="3815724"/>
            <a:ext cx="0" cy="3403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11D8B4-C7C2-4F21-B501-ACCC4E2BC2EE}"/>
              </a:ext>
            </a:extLst>
          </p:cNvPr>
          <p:cNvCxnSpPr>
            <a:cxnSpLocks/>
            <a:stCxn id="11" idx="2"/>
            <a:endCxn id="49" idx="0"/>
          </p:cNvCxnSpPr>
          <p:nvPr>
            <p:custDataLst>
              <p:custData r:id="rId18"/>
            </p:custDataLst>
          </p:nvPr>
        </p:nvCxnSpPr>
        <p:spPr>
          <a:xfrm>
            <a:off x="5917249" y="2229018"/>
            <a:ext cx="3024976" cy="19270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24C57A1-6592-40E9-8AE3-7C60EE7A4922}"/>
              </a:ext>
            </a:extLst>
          </p:cNvPr>
          <p:cNvCxnSpPr>
            <a:cxnSpLocks/>
            <a:stCxn id="49" idx="2"/>
            <a:endCxn id="48" idx="0"/>
          </p:cNvCxnSpPr>
          <p:nvPr>
            <p:custDataLst>
              <p:custData r:id="rId19"/>
            </p:custDataLst>
          </p:nvPr>
        </p:nvCxnSpPr>
        <p:spPr>
          <a:xfrm>
            <a:off x="8942225" y="4678363"/>
            <a:ext cx="0" cy="896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784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72C1-B6B7-4E51-AB2F-8C3152F62305}"/>
              </a:ext>
            </a:extLst>
          </p:cNvPr>
          <p:cNvSpPr txBox="1"/>
          <p:nvPr/>
        </p:nvSpPr>
        <p:spPr>
          <a:xfrm>
            <a:off x="391885" y="345441"/>
            <a:ext cx="2054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Runs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8A2DD-2094-4EBD-BF9D-7B92D5CB46C7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354508" y="829145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59620-F90A-44B2-A683-90C6E148B9C5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354508" y="1706730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Manager</a:t>
            </a:r>
          </a:p>
        </p:txBody>
      </p:sp>
      <p:sp>
        <p:nvSpPr>
          <p:cNvPr id="17" name="Cylinder 2">
            <a:extLst>
              <a:ext uri="{FF2B5EF4-FFF2-40B4-BE49-F238E27FC236}">
                <a16:creationId xmlns:a16="http://schemas.microsoft.com/office/drawing/2014/main" id="{FF2782A5-EA6E-4F3D-8835-1F628984775D}"/>
              </a:ext>
            </a:extLst>
          </p:cNvPr>
          <p:cNvSpPr/>
          <p:nvPr/>
        </p:nvSpPr>
        <p:spPr>
          <a:xfrm>
            <a:off x="3061826" y="5472187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GET 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00E38E-8F83-43F1-AFE2-1CCFB71C939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3"/>
            </p:custDataLst>
          </p:nvPr>
        </p:nvCxnSpPr>
        <p:spPr>
          <a:xfrm>
            <a:off x="5917249" y="1351433"/>
            <a:ext cx="0" cy="35529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D05978-7AC4-48FA-8699-E755CFF234D2}"/>
              </a:ext>
            </a:extLst>
          </p:cNvPr>
          <p:cNvSpPr/>
          <p:nvPr/>
        </p:nvSpPr>
        <p:spPr>
          <a:xfrm>
            <a:off x="6023074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Blob Storage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A0EAF-0EFA-4DFA-B1B2-80CB9C2B8A09}"/>
              </a:ext>
            </a:extLst>
          </p:cNvPr>
          <p:cNvSpPr>
            <a:spLocks noChangeArrowheads="1"/>
          </p:cNvSpPr>
          <p:nvPr>
            <p:custDataLst>
              <p:custData r:id="rId4"/>
              <p:custData r:id="rId5"/>
            </p:custDataLst>
          </p:nvPr>
        </p:nvSpPr>
        <p:spPr bwMode="auto">
          <a:xfrm>
            <a:off x="2871779" y="4211471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Run Accessor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B89348-8A5D-4B93-8F4F-6CCD3BF3BA32}"/>
              </a:ext>
            </a:extLst>
          </p:cNvPr>
          <p:cNvSpPr>
            <a:spLocks noChangeArrowheads="1"/>
          </p:cNvSpPr>
          <p:nvPr>
            <p:custDataLst>
              <p:custData r:id="rId6"/>
              <p:custData r:id="rId7"/>
            </p:custDataLst>
          </p:nvPr>
        </p:nvSpPr>
        <p:spPr bwMode="auto">
          <a:xfrm>
            <a:off x="6425137" y="415607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File Accessor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58CA14-8758-4FFB-BCC1-86A40BB48A7C}"/>
              </a:ext>
            </a:extLst>
          </p:cNvPr>
          <p:cNvCxnSpPr>
            <a:cxnSpLocks/>
            <a:stCxn id="11" idx="2"/>
            <a:endCxn id="30" idx="0"/>
          </p:cNvCxnSpPr>
          <p:nvPr>
            <p:custDataLst>
              <p:custData r:id="rId8"/>
            </p:custDataLst>
          </p:nvPr>
        </p:nvCxnSpPr>
        <p:spPr>
          <a:xfrm flipH="1">
            <a:off x="3434520" y="2229018"/>
            <a:ext cx="2482729" cy="1982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495B64-BE12-4A9B-AD80-CA7CB5026631}"/>
              </a:ext>
            </a:extLst>
          </p:cNvPr>
          <p:cNvCxnSpPr>
            <a:cxnSpLocks/>
            <a:stCxn id="30" idx="2"/>
            <a:endCxn id="17" idx="1"/>
          </p:cNvCxnSpPr>
          <p:nvPr>
            <p:custDataLst>
              <p:custData r:id="rId9"/>
            </p:custDataLst>
          </p:nvPr>
        </p:nvCxnSpPr>
        <p:spPr>
          <a:xfrm>
            <a:off x="3434520" y="4733758"/>
            <a:ext cx="0" cy="73842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9F5F26-63EB-4F60-8BB5-A19EA3EA83F8}"/>
              </a:ext>
            </a:extLst>
          </p:cNvPr>
          <p:cNvCxnSpPr>
            <a:cxnSpLocks/>
            <a:stCxn id="32" idx="2"/>
            <a:endCxn id="29" idx="0"/>
          </p:cNvCxnSpPr>
          <p:nvPr>
            <p:custDataLst>
              <p:custData r:id="rId10"/>
            </p:custDataLst>
          </p:nvPr>
        </p:nvCxnSpPr>
        <p:spPr>
          <a:xfrm flipH="1">
            <a:off x="6425137" y="4678363"/>
            <a:ext cx="562741" cy="896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73934C9-7789-41AB-982E-18B37BCDF502}"/>
              </a:ext>
            </a:extLst>
          </p:cNvPr>
          <p:cNvSpPr>
            <a:spLocks noChangeArrowheads="1"/>
          </p:cNvSpPr>
          <p:nvPr>
            <p:custDataLst>
              <p:custData r:id="rId11"/>
            </p:custDataLst>
          </p:nvPr>
        </p:nvSpPr>
        <p:spPr bwMode="auto">
          <a:xfrm>
            <a:off x="6425137" y="330922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I/O 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4E9AF8-5211-478C-8186-F05D4C45FA15}"/>
              </a:ext>
            </a:extLst>
          </p:cNvPr>
          <p:cNvSpPr>
            <a:spLocks noChangeArrowheads="1"/>
          </p:cNvSpPr>
          <p:nvPr>
            <p:custDataLst>
              <p:custData r:id="rId12"/>
            </p:custDataLst>
          </p:nvPr>
        </p:nvSpPr>
        <p:spPr bwMode="auto">
          <a:xfrm>
            <a:off x="5261448" y="3309224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Model I/O Engine Factory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71BF8B-8C1D-4060-B16B-F9AD12199820}"/>
              </a:ext>
            </a:extLst>
          </p:cNvPr>
          <p:cNvSpPr/>
          <p:nvPr/>
        </p:nvSpPr>
        <p:spPr>
          <a:xfrm>
            <a:off x="8540162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Run Queue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9259C7-964F-4765-908C-409F02F2F672}"/>
              </a:ext>
            </a:extLst>
          </p:cNvPr>
          <p:cNvSpPr>
            <a:spLocks noChangeArrowheads="1"/>
          </p:cNvSpPr>
          <p:nvPr>
            <p:custDataLst>
              <p:custData r:id="rId13"/>
            </p:custDataLst>
          </p:nvPr>
        </p:nvSpPr>
        <p:spPr bwMode="auto">
          <a:xfrm>
            <a:off x="8379484" y="4156076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Queue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EB48D8-CD28-4154-BB85-5E32CCE562DD}"/>
              </a:ext>
            </a:extLst>
          </p:cNvPr>
          <p:cNvSpPr/>
          <p:nvPr/>
        </p:nvSpPr>
        <p:spPr>
          <a:xfrm>
            <a:off x="7148556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prstClr val="white"/>
                </a:solidFill>
                <a:latin typeface="Calibri"/>
              </a:rPr>
              <a:t>Disk Storage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3E3404D-C7B4-4540-A4EA-82625CAC1C6F}"/>
              </a:ext>
            </a:extLst>
          </p:cNvPr>
          <p:cNvCxnSpPr>
            <a:cxnSpLocks/>
            <a:stCxn id="32" idx="2"/>
            <a:endCxn id="50" idx="0"/>
          </p:cNvCxnSpPr>
          <p:nvPr>
            <p:custDataLst>
              <p:custData r:id="rId14"/>
            </p:custDataLst>
          </p:nvPr>
        </p:nvCxnSpPr>
        <p:spPr>
          <a:xfrm>
            <a:off x="6987878" y="4678363"/>
            <a:ext cx="562741" cy="896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1ED2A2-A824-4DCC-94E3-791361479AD6}"/>
              </a:ext>
            </a:extLst>
          </p:cNvPr>
          <p:cNvCxnSpPr>
            <a:cxnSpLocks/>
            <a:stCxn id="11" idx="2"/>
            <a:endCxn id="47" idx="0"/>
          </p:cNvCxnSpPr>
          <p:nvPr>
            <p:custDataLst>
              <p:custData r:id="rId15"/>
            </p:custDataLst>
          </p:nvPr>
        </p:nvCxnSpPr>
        <p:spPr>
          <a:xfrm flipH="1">
            <a:off x="5824189" y="2229018"/>
            <a:ext cx="93060" cy="1080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60B8F94-31F3-443F-B3E2-14AA697938A5}"/>
              </a:ext>
            </a:extLst>
          </p:cNvPr>
          <p:cNvCxnSpPr>
            <a:cxnSpLocks/>
            <a:stCxn id="11" idx="2"/>
            <a:endCxn id="46" idx="0"/>
          </p:cNvCxnSpPr>
          <p:nvPr>
            <p:custDataLst>
              <p:custData r:id="rId16"/>
            </p:custDataLst>
          </p:nvPr>
        </p:nvCxnSpPr>
        <p:spPr>
          <a:xfrm>
            <a:off x="5917249" y="2229018"/>
            <a:ext cx="1070629" cy="1080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B481964-6435-4D4D-916E-120405B87E7E}"/>
              </a:ext>
            </a:extLst>
          </p:cNvPr>
          <p:cNvCxnSpPr>
            <a:cxnSpLocks/>
            <a:stCxn id="46" idx="2"/>
            <a:endCxn id="32" idx="0"/>
          </p:cNvCxnSpPr>
          <p:nvPr>
            <p:custDataLst>
              <p:custData r:id="rId17"/>
            </p:custDataLst>
          </p:nvPr>
        </p:nvCxnSpPr>
        <p:spPr>
          <a:xfrm>
            <a:off x="6987878" y="3831512"/>
            <a:ext cx="0" cy="3245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11D8B4-C7C2-4F21-B501-ACCC4E2BC2EE}"/>
              </a:ext>
            </a:extLst>
          </p:cNvPr>
          <p:cNvCxnSpPr>
            <a:cxnSpLocks/>
            <a:stCxn id="11" idx="2"/>
            <a:endCxn id="49" idx="0"/>
          </p:cNvCxnSpPr>
          <p:nvPr>
            <p:custDataLst>
              <p:custData r:id="rId18"/>
            </p:custDataLst>
          </p:nvPr>
        </p:nvCxnSpPr>
        <p:spPr>
          <a:xfrm>
            <a:off x="5917249" y="2229018"/>
            <a:ext cx="3024976" cy="19270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24C57A1-6592-40E9-8AE3-7C60EE7A4922}"/>
              </a:ext>
            </a:extLst>
          </p:cNvPr>
          <p:cNvCxnSpPr>
            <a:cxnSpLocks/>
            <a:stCxn id="49" idx="2"/>
            <a:endCxn id="48" idx="0"/>
          </p:cNvCxnSpPr>
          <p:nvPr>
            <p:custDataLst>
              <p:custData r:id="rId19"/>
            </p:custDataLst>
          </p:nvPr>
        </p:nvCxnSpPr>
        <p:spPr>
          <a:xfrm>
            <a:off x="8942225" y="4678363"/>
            <a:ext cx="0" cy="896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C5356DD-9487-403A-92FC-F312ED7BF01E}"/>
              </a:ext>
            </a:extLst>
          </p:cNvPr>
          <p:cNvSpPr>
            <a:spLocks noChangeArrowheads="1"/>
          </p:cNvSpPr>
          <p:nvPr>
            <p:custDataLst>
              <p:custData r:id="rId20"/>
            </p:custDataLst>
          </p:nvPr>
        </p:nvSpPr>
        <p:spPr bwMode="auto">
          <a:xfrm>
            <a:off x="4113143" y="4210144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</a:rPr>
              <a:t>Modflow Accessor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BE1359-CEA4-48D5-B2CE-3F70101068E7}"/>
              </a:ext>
            </a:extLst>
          </p:cNvPr>
          <p:cNvSpPr/>
          <p:nvPr/>
        </p:nvSpPr>
        <p:spPr>
          <a:xfrm>
            <a:off x="4273821" y="5575270"/>
            <a:ext cx="804126" cy="6338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prstClr val="white"/>
                </a:solidFill>
                <a:latin typeface="Calibri"/>
              </a:rPr>
              <a:t>Modflow</a:t>
            </a:r>
            <a:endParaRPr lang="en-US" sz="120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A7144A8-ACC3-4AD1-96E7-17B4FDCEC939}"/>
              </a:ext>
            </a:extLst>
          </p:cNvPr>
          <p:cNvCxnSpPr>
            <a:cxnSpLocks/>
            <a:stCxn id="11" idx="2"/>
            <a:endCxn id="38" idx="0"/>
          </p:cNvCxnSpPr>
          <p:nvPr>
            <p:custDataLst>
              <p:custData r:id="rId21"/>
            </p:custDataLst>
          </p:nvPr>
        </p:nvCxnSpPr>
        <p:spPr>
          <a:xfrm flipH="1">
            <a:off x="4675884" y="2229018"/>
            <a:ext cx="1241365" cy="198112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3E3DE2-0CC3-4F4A-A921-39467726C8D5}"/>
              </a:ext>
            </a:extLst>
          </p:cNvPr>
          <p:cNvCxnSpPr>
            <a:cxnSpLocks/>
            <a:stCxn id="38" idx="2"/>
            <a:endCxn id="39" idx="0"/>
          </p:cNvCxnSpPr>
          <p:nvPr>
            <p:custDataLst>
              <p:custData r:id="rId22"/>
            </p:custDataLst>
          </p:nvPr>
        </p:nvCxnSpPr>
        <p:spPr>
          <a:xfrm>
            <a:off x="4675884" y="4732431"/>
            <a:ext cx="0" cy="84283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451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67BEF-AA2A-4725-9463-5B43CA12D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F456A-3487-4ABE-835F-890F21771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Captures allocation of clients, services, and utilities into assemblies</a:t>
            </a:r>
          </a:p>
          <a:p>
            <a:r>
              <a:rPr lang="en-US" dirty="0"/>
              <a:t>In general</a:t>
            </a:r>
          </a:p>
          <a:p>
            <a:pPr lvl="1"/>
            <a:r>
              <a:rPr lang="en-US" dirty="0"/>
              <a:t>Client applications reside in application assemblies</a:t>
            </a:r>
          </a:p>
          <a:p>
            <a:pPr lvl="1"/>
            <a:r>
              <a:rPr lang="en-US" dirty="0"/>
              <a:t>Everything else in class libraries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92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944C6A-1E09-4CF8-AE67-5438E9159A00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319315" y="1150375"/>
            <a:ext cx="1717523" cy="633044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Olsson.GET.Managers.dll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Library)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29D908-FBF7-49C8-A703-D494C4696377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319314" y="2049514"/>
            <a:ext cx="1717523" cy="633044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Olsson.GET.Accessors.dll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Library)</a:t>
            </a:r>
            <a:endParaRPr lang="en-US" sz="1200" b="1" kern="0" dirty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8E33AB-732A-435A-944A-27364F09C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14" y="2948653"/>
            <a:ext cx="1717523" cy="633043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Olsson.GET.Common.AspIdentity.dll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Library)</a:t>
            </a:r>
            <a:endParaRPr lang="en-US" sz="120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5485F-008A-4AC6-A56F-D573A78F3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14" y="251237"/>
            <a:ext cx="1717524" cy="633043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Olsson.GET.Clients.Agent.exe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Console Application)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0718AB-D6EE-4519-AD99-CD9A23618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762" y="251236"/>
            <a:ext cx="1717525" cy="633043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APIFunctions.dll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Azure Function Application)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7DBD2F-710D-4101-A6FD-5B051A398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211" y="251236"/>
            <a:ext cx="1717526" cy="633043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Olsson.GET.Clients.Orchestrator.exe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</a:t>
            </a:r>
            <a:r>
              <a:rPr lang="en-US" sz="800" b="1" kern="0" dirty="0" err="1">
                <a:solidFill>
                  <a:sysClr val="windowText" lastClr="000000"/>
                </a:solidFill>
              </a:rPr>
              <a:t>WebJob</a:t>
            </a:r>
            <a:r>
              <a:rPr lang="en-US" sz="800" b="1" kern="0" dirty="0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F546A-094D-4647-A21F-31EA7DC5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9661" y="251236"/>
            <a:ext cx="1717524" cy="633043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Olsson.GET.Clients.Portal.dll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ASP.NET)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2829B-E30D-43AF-8FBB-63BA533902C4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2382762" y="1150375"/>
            <a:ext cx="1717523" cy="633044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Olsson.GET.Engines.dll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Library)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2740F5-60A5-415F-98BF-55323B00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761" y="2948652"/>
            <a:ext cx="1717523" cy="633043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Olsson.GET.Common.DataContracts.dll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Library)</a:t>
            </a:r>
            <a:endParaRPr lang="en-US" sz="120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46FA14-4B1B-4FA5-B421-A72B3192D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208" y="2948651"/>
            <a:ext cx="1717523" cy="633043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Olsson.GET.Common.Shared.dll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v4.6.1 Library)</a:t>
            </a:r>
            <a:endParaRPr lang="en-US" sz="1200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54E54A-AF9F-4536-8F6E-15973528F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9655" y="2948651"/>
            <a:ext cx="1717523" cy="633043"/>
          </a:xfrm>
          <a:prstGeom prst="rec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Olsson.GET.Common.Utilities.dll</a:t>
            </a:r>
          </a:p>
          <a:p>
            <a:pPr lvl="0" algn="ctr">
              <a:defRPr/>
            </a:pPr>
            <a:endParaRPr lang="en-US" sz="600" b="1" kern="0" dirty="0">
              <a:solidFill>
                <a:sysClr val="windowText" lastClr="000000"/>
              </a:solidFill>
            </a:endParaRPr>
          </a:p>
          <a:p>
            <a:pPr lvl="0" algn="ctr">
              <a:defRPr/>
            </a:pPr>
            <a:r>
              <a:rPr lang="en-US" sz="800" b="1" kern="0" dirty="0">
                <a:solidFill>
                  <a:sysClr val="windowText" lastClr="000000"/>
                </a:solidFill>
              </a:rPr>
              <a:t>(.NET Framework v4.5.2 Library)</a:t>
            </a:r>
            <a:endParaRPr lang="en-US" sz="1200" b="1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14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6F32-13A9-4AD2-9C1C-ECD187A5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3E1C-CBF4-4B2D-AE9D-A04FCDD3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Allocation of services to run-time processes</a:t>
            </a:r>
          </a:p>
          <a:p>
            <a:r>
              <a:rPr lang="en-US" dirty="0"/>
              <a:t>Based upon need for…</a:t>
            </a:r>
          </a:p>
          <a:p>
            <a:pPr lvl="1"/>
            <a:r>
              <a:rPr lang="en-US" dirty="0"/>
              <a:t>Fault Isolation</a:t>
            </a:r>
          </a:p>
          <a:p>
            <a:pPr lvl="1"/>
            <a:r>
              <a:rPr lang="en-US" dirty="0"/>
              <a:t>Security Isolation</a:t>
            </a:r>
          </a:p>
          <a:p>
            <a:pPr lvl="1"/>
            <a:r>
              <a:rPr lang="en-US" dirty="0"/>
              <a:t>Tile-line Isolation</a:t>
            </a:r>
          </a:p>
          <a:p>
            <a:pPr lvl="1"/>
            <a:r>
              <a:rPr lang="en-US" dirty="0"/>
              <a:t>Admin/Ops Isolation</a:t>
            </a:r>
          </a:p>
          <a:p>
            <a:r>
              <a:rPr lang="en-US" dirty="0"/>
              <a:t>Typically …</a:t>
            </a:r>
          </a:p>
          <a:p>
            <a:pPr lvl="1"/>
            <a:r>
              <a:rPr lang="en-US" dirty="0"/>
              <a:t>Layer Boundary is process boundary</a:t>
            </a:r>
          </a:p>
          <a:p>
            <a:pPr lvl="1"/>
            <a:r>
              <a:rPr lang="en-US" dirty="0"/>
              <a:t>Managers do not share processes</a:t>
            </a:r>
          </a:p>
          <a:p>
            <a:pPr lvl="1"/>
            <a:r>
              <a:rPr lang="en-US" dirty="0"/>
              <a:t>Engines and Resource Access are in-proc to Managers</a:t>
            </a:r>
          </a:p>
        </p:txBody>
      </p:sp>
    </p:spTree>
    <p:extLst>
      <p:ext uri="{BB962C8B-B14F-4D97-AF65-F5344CB8AC3E}">
        <p14:creationId xmlns:p14="http://schemas.microsoft.com/office/powerpoint/2010/main" val="254073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109CD25-7CD7-4653-9DDF-12D2835ED8D7}"/>
              </a:ext>
            </a:extLst>
          </p:cNvPr>
          <p:cNvGrpSpPr/>
          <p:nvPr/>
        </p:nvGrpSpPr>
        <p:grpSpPr>
          <a:xfrm>
            <a:off x="885929" y="1005288"/>
            <a:ext cx="2266876" cy="3940088"/>
            <a:chOff x="885929" y="1005288"/>
            <a:chExt cx="2266876" cy="39400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741646-8B07-41F6-9A3F-28317085FE16}"/>
                </a:ext>
              </a:extLst>
            </p:cNvPr>
            <p:cNvSpPr>
              <a:spLocks noChangeArrowheads="1"/>
            </p:cNvSpPr>
            <p:nvPr>
              <p:custDataLst>
                <p:custData r:id="rId16"/>
              </p:custDataLst>
            </p:nvPr>
          </p:nvSpPr>
          <p:spPr bwMode="auto">
            <a:xfrm>
              <a:off x="1455055" y="2017013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2EA8BA-5720-4D21-9B22-CBABC02CED3B}"/>
                </a:ext>
              </a:extLst>
            </p:cNvPr>
            <p:cNvSpPr>
              <a:spLocks noChangeArrowheads="1"/>
            </p:cNvSpPr>
            <p:nvPr>
              <p:custDataLst>
                <p:custData r:id="rId17"/>
              </p:custDataLst>
            </p:nvPr>
          </p:nvSpPr>
          <p:spPr bwMode="auto">
            <a:xfrm>
              <a:off x="1455055" y="2693494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Engine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1872A5-FD94-4977-B04C-B928F723C55E}"/>
                </a:ext>
              </a:extLst>
            </p:cNvPr>
            <p:cNvSpPr>
              <a:spLocks noChangeArrowheads="1"/>
            </p:cNvSpPr>
            <p:nvPr>
              <p:custDataLst>
                <p:custData r:id="rId18"/>
                <p:custData r:id="rId19"/>
              </p:custDataLst>
            </p:nvPr>
          </p:nvSpPr>
          <p:spPr bwMode="auto">
            <a:xfrm>
              <a:off x="1455055" y="3369975"/>
              <a:ext cx="1125482" cy="52228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Accessor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342659-7308-49A0-A7CA-8CBC5B5EC868}"/>
                </a:ext>
              </a:extLst>
            </p:cNvPr>
            <p:cNvSpPr/>
            <p:nvPr/>
          </p:nvSpPr>
          <p:spPr>
            <a:xfrm>
              <a:off x="885929" y="1005288"/>
              <a:ext cx="2266876" cy="39400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78B737-F0E2-4F5F-A1C0-6E594E45355E}"/>
                </a:ext>
              </a:extLst>
            </p:cNvPr>
            <p:cNvSpPr>
              <a:spLocks noChangeArrowheads="1"/>
            </p:cNvSpPr>
            <p:nvPr>
              <p:custDataLst>
                <p:custData r:id="rId20"/>
              </p:custDataLst>
            </p:nvPr>
          </p:nvSpPr>
          <p:spPr bwMode="auto">
            <a:xfrm>
              <a:off x="1455055" y="1340532"/>
              <a:ext cx="1125482" cy="522288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Portal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E9FD09-1808-4694-A0AC-66704398F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055" y="4046455"/>
              <a:ext cx="1125482" cy="522288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</a:rPr>
                <a:t>Utility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4ED7024-5C3D-41F5-9BC0-2FE08107658B}"/>
              </a:ext>
            </a:extLst>
          </p:cNvPr>
          <p:cNvGrpSpPr/>
          <p:nvPr/>
        </p:nvGrpSpPr>
        <p:grpSpPr>
          <a:xfrm>
            <a:off x="3953735" y="1003387"/>
            <a:ext cx="2266876" cy="3940088"/>
            <a:chOff x="3953735" y="1003387"/>
            <a:chExt cx="2266876" cy="394008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3BD00A-72DE-4A9A-9F0E-E524DE51ACCF}"/>
                </a:ext>
              </a:extLst>
            </p:cNvPr>
            <p:cNvSpPr/>
            <p:nvPr/>
          </p:nvSpPr>
          <p:spPr>
            <a:xfrm>
              <a:off x="3953735" y="1003387"/>
              <a:ext cx="2266876" cy="39400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1A1401-86F0-4950-8C1B-86C444AAA721}"/>
                </a:ext>
              </a:extLst>
            </p:cNvPr>
            <p:cNvSpPr>
              <a:spLocks noChangeArrowheads="1"/>
            </p:cNvSpPr>
            <p:nvPr>
              <p:custDataLst>
                <p:custData r:id="rId11"/>
              </p:custDataLst>
            </p:nvPr>
          </p:nvSpPr>
          <p:spPr bwMode="auto">
            <a:xfrm>
              <a:off x="4526851" y="2015112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B3D068-7FC0-460F-BE1C-3CBDF2477E82}"/>
                </a:ext>
              </a:extLst>
            </p:cNvPr>
            <p:cNvSpPr>
              <a:spLocks noChangeArrowheads="1"/>
            </p:cNvSpPr>
            <p:nvPr>
              <p:custDataLst>
                <p:custData r:id="rId12"/>
              </p:custDataLst>
            </p:nvPr>
          </p:nvSpPr>
          <p:spPr bwMode="auto">
            <a:xfrm>
              <a:off x="4526851" y="2691593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Engine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235046F-AFE9-4FE0-B83D-25CFFE27F40B}"/>
                </a:ext>
              </a:extLst>
            </p:cNvPr>
            <p:cNvSpPr>
              <a:spLocks noChangeArrowheads="1"/>
            </p:cNvSpPr>
            <p:nvPr>
              <p:custDataLst>
                <p:custData r:id="rId13"/>
                <p:custData r:id="rId14"/>
              </p:custDataLst>
            </p:nvPr>
          </p:nvSpPr>
          <p:spPr bwMode="auto">
            <a:xfrm>
              <a:off x="4526851" y="3368074"/>
              <a:ext cx="1125482" cy="52228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Accessor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8F7AE2-44E4-4BE0-8397-5C287C20CD80}"/>
                </a:ext>
              </a:extLst>
            </p:cNvPr>
            <p:cNvSpPr>
              <a:spLocks noChangeArrowheads="1"/>
            </p:cNvSpPr>
            <p:nvPr>
              <p:custDataLst>
                <p:custData r:id="rId15"/>
              </p:custDataLst>
            </p:nvPr>
          </p:nvSpPr>
          <p:spPr bwMode="auto">
            <a:xfrm>
              <a:off x="4526851" y="1338631"/>
              <a:ext cx="1125482" cy="522288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F0C07D5-2F3D-4D93-8BC9-5493F93C4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6851" y="4044554"/>
              <a:ext cx="1125482" cy="522288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</a:rPr>
                <a:t>Utility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A414B6-359A-4542-AC21-7E76784864B2}"/>
              </a:ext>
            </a:extLst>
          </p:cNvPr>
          <p:cNvGrpSpPr/>
          <p:nvPr/>
        </p:nvGrpSpPr>
        <p:grpSpPr>
          <a:xfrm>
            <a:off x="6532893" y="1003387"/>
            <a:ext cx="2266876" cy="3940088"/>
            <a:chOff x="6532893" y="1003387"/>
            <a:chExt cx="2266876" cy="394008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1AAA7D-8773-4E33-A71F-C4BA5EB90203}"/>
                </a:ext>
              </a:extLst>
            </p:cNvPr>
            <p:cNvSpPr/>
            <p:nvPr/>
          </p:nvSpPr>
          <p:spPr>
            <a:xfrm>
              <a:off x="6532893" y="1003387"/>
              <a:ext cx="2266876" cy="39400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C1E9181-A0E4-4855-9AE4-7B6765333955}"/>
                </a:ext>
              </a:extLst>
            </p:cNvPr>
            <p:cNvSpPr>
              <a:spLocks noChangeArrowheads="1"/>
            </p:cNvSpPr>
            <p:nvPr>
              <p:custDataLst>
                <p:custData r:id="rId6"/>
              </p:custDataLst>
            </p:nvPr>
          </p:nvSpPr>
          <p:spPr bwMode="auto">
            <a:xfrm>
              <a:off x="7106009" y="2015112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A4DAD5-30C1-4FC5-B8E2-F4D2F34F5BB3}"/>
                </a:ext>
              </a:extLst>
            </p:cNvPr>
            <p:cNvSpPr>
              <a:spLocks noChangeArrowheads="1"/>
            </p:cNvSpPr>
            <p:nvPr>
              <p:custDataLst>
                <p:custData r:id="rId7"/>
              </p:custDataLst>
            </p:nvPr>
          </p:nvSpPr>
          <p:spPr bwMode="auto">
            <a:xfrm>
              <a:off x="7106009" y="2691593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Engine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126636-3D0F-4D16-B9EF-E4A8DDF8D67D}"/>
                </a:ext>
              </a:extLst>
            </p:cNvPr>
            <p:cNvSpPr>
              <a:spLocks noChangeArrowheads="1"/>
            </p:cNvSpPr>
            <p:nvPr>
              <p:custDataLst>
                <p:custData r:id="rId8"/>
                <p:custData r:id="rId9"/>
              </p:custDataLst>
            </p:nvPr>
          </p:nvSpPr>
          <p:spPr bwMode="auto">
            <a:xfrm>
              <a:off x="7106009" y="3368074"/>
              <a:ext cx="1125482" cy="52228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Accessor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1E6202-D164-4046-A5A8-060E85B79DA8}"/>
                </a:ext>
              </a:extLst>
            </p:cNvPr>
            <p:cNvSpPr>
              <a:spLocks noChangeArrowheads="1"/>
            </p:cNvSpPr>
            <p:nvPr>
              <p:custDataLst>
                <p:custData r:id="rId10"/>
              </p:custDataLst>
            </p:nvPr>
          </p:nvSpPr>
          <p:spPr bwMode="auto">
            <a:xfrm>
              <a:off x="7106009" y="1338631"/>
              <a:ext cx="1125482" cy="522288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Orchistrator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E9A7A4-E10B-4150-8FAF-FB5554FF4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6009" y="4044554"/>
              <a:ext cx="1125482" cy="522288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</a:rPr>
                <a:t>Utility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FCD096-1BE6-47F2-B53D-9BB8999D0A22}"/>
              </a:ext>
            </a:extLst>
          </p:cNvPr>
          <p:cNvGrpSpPr/>
          <p:nvPr/>
        </p:nvGrpSpPr>
        <p:grpSpPr>
          <a:xfrm>
            <a:off x="9039195" y="1003387"/>
            <a:ext cx="2266876" cy="3940088"/>
            <a:chOff x="9039195" y="1003387"/>
            <a:chExt cx="2266876" cy="394008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16EE8DE-C7C7-4FA0-8182-511C575B6E56}"/>
                </a:ext>
              </a:extLst>
            </p:cNvPr>
            <p:cNvSpPr/>
            <p:nvPr/>
          </p:nvSpPr>
          <p:spPr>
            <a:xfrm>
              <a:off x="9039195" y="1003387"/>
              <a:ext cx="2266876" cy="39400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F5348B9-48DD-4074-8530-2638311586EF}"/>
                </a:ext>
              </a:extLst>
            </p:cNvPr>
            <p:cNvSpPr>
              <a:spLocks noChangeArrowheads="1"/>
            </p:cNvSpPr>
            <p:nvPr>
              <p:custDataLst>
                <p:custData r:id="rId1"/>
              </p:custDataLst>
            </p:nvPr>
          </p:nvSpPr>
          <p:spPr bwMode="auto">
            <a:xfrm>
              <a:off x="9612311" y="2015112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9959CE6-3A64-4EEA-B74B-52A5EC688CCA}"/>
                </a:ext>
              </a:extLst>
            </p:cNvPr>
            <p:cNvSpPr>
              <a:spLocks noChangeArrowheads="1"/>
            </p:cNvSpPr>
            <p:nvPr>
              <p:custDataLst>
                <p:custData r:id="rId2"/>
              </p:custDataLst>
            </p:nvPr>
          </p:nvSpPr>
          <p:spPr bwMode="auto">
            <a:xfrm>
              <a:off x="9612311" y="2691593"/>
              <a:ext cx="1125482" cy="522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Engine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A9CE0EE-F165-4D44-988A-483A63C7F691}"/>
                </a:ext>
              </a:extLst>
            </p:cNvPr>
            <p:cNvSpPr>
              <a:spLocks noChangeArrowheads="1"/>
            </p:cNvSpPr>
            <p:nvPr>
              <p:custDataLst>
                <p:custData r:id="rId3"/>
                <p:custData r:id="rId4"/>
              </p:custDataLst>
            </p:nvPr>
          </p:nvSpPr>
          <p:spPr bwMode="auto">
            <a:xfrm>
              <a:off x="9612311" y="3368074"/>
              <a:ext cx="1125482" cy="52228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  <a:latin typeface="Calibri"/>
                </a:rPr>
                <a:t>Accessor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D68C81-7E5C-4F38-903D-C9F425BDE85D}"/>
                </a:ext>
              </a:extLst>
            </p:cNvPr>
            <p:cNvSpPr>
              <a:spLocks noChangeArrowheads="1"/>
            </p:cNvSpPr>
            <p:nvPr>
              <p:custDataLst>
                <p:custData r:id="rId5"/>
              </p:custDataLst>
            </p:nvPr>
          </p:nvSpPr>
          <p:spPr bwMode="auto">
            <a:xfrm>
              <a:off x="9612311" y="1338631"/>
              <a:ext cx="1125482" cy="522288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4B6AF28-0A3A-422B-9A5D-C14AADF5E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1" y="4044554"/>
              <a:ext cx="1125482" cy="522288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ysClr val="windowText" lastClr="000000"/>
                  </a:solidFill>
                </a:rPr>
                <a:t>Utility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1036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0DF7-8999-4555-9259-B3FBA86F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AC974-F000-42DA-BA66-4391F8D70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boundary enables identity boundary</a:t>
            </a:r>
          </a:p>
          <a:p>
            <a:r>
              <a:rPr lang="en-US" dirty="0"/>
              <a:t>Clients and managers do not share identity</a:t>
            </a:r>
          </a:p>
          <a:p>
            <a:r>
              <a:rPr lang="en-US" dirty="0"/>
              <a:t>Managers from different processes can share identity (minimize overall number of identities)</a:t>
            </a:r>
          </a:p>
          <a:p>
            <a:r>
              <a:rPr lang="en-US" dirty="0"/>
              <a:t>Use designated identities</a:t>
            </a:r>
          </a:p>
        </p:txBody>
      </p:sp>
    </p:spTree>
    <p:extLst>
      <p:ext uri="{BB962C8B-B14F-4D97-AF65-F5344CB8AC3E}">
        <p14:creationId xmlns:p14="http://schemas.microsoft.com/office/powerpoint/2010/main" val="1104342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AD0BCE-7BDC-4497-8A9B-BD642835A8D2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767127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B1315D-D511-4F93-B1B7-E451CB5AEF54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064153" y="202723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1F55BB-4780-4ED4-A4F6-4EEB7F063BD0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5064153" y="292652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0FAC53-6094-4A01-A398-EC2BE2271ADE}"/>
              </a:ext>
            </a:extLst>
          </p:cNvPr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5093522" y="4377502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Accessor</a:t>
            </a:r>
          </a:p>
        </p:txBody>
      </p:sp>
      <p:sp>
        <p:nvSpPr>
          <p:cNvPr id="16" name="Cylinder 2">
            <a:extLst>
              <a:ext uri="{FF2B5EF4-FFF2-40B4-BE49-F238E27FC236}">
                <a16:creationId xmlns:a16="http://schemas.microsoft.com/office/drawing/2014/main" id="{9674E57C-0B23-416D-B5A1-D405B7922ED0}"/>
              </a:ext>
            </a:extLst>
          </p:cNvPr>
          <p:cNvSpPr/>
          <p:nvPr/>
        </p:nvSpPr>
        <p:spPr>
          <a:xfrm>
            <a:off x="5283569" y="5653689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DB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A5F825-9F27-4AB2-92CE-5735D7B58AF0}"/>
              </a:ext>
            </a:extLst>
          </p:cNvPr>
          <p:cNvSpPr/>
          <p:nvPr/>
        </p:nvSpPr>
        <p:spPr>
          <a:xfrm>
            <a:off x="4660400" y="576262"/>
            <a:ext cx="1949950" cy="8724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43A6B6-E3B7-4D1E-B7A1-E2C577E56BA1}"/>
              </a:ext>
            </a:extLst>
          </p:cNvPr>
          <p:cNvSpPr/>
          <p:nvPr/>
        </p:nvSpPr>
        <p:spPr>
          <a:xfrm>
            <a:off x="4681288" y="1887731"/>
            <a:ext cx="1949950" cy="32268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B15047-0AE7-4D00-8405-50DC1E1C2D76}"/>
              </a:ext>
            </a:extLst>
          </p:cNvPr>
          <p:cNvSpPr/>
          <p:nvPr/>
        </p:nvSpPr>
        <p:spPr>
          <a:xfrm>
            <a:off x="4681288" y="5553389"/>
            <a:ext cx="1949950" cy="8724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700E75-D456-4E51-B59D-97C469A3241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5"/>
            </p:custDataLst>
          </p:nvPr>
        </p:nvCxnSpPr>
        <p:spPr>
          <a:xfrm>
            <a:off x="5626894" y="1289415"/>
            <a:ext cx="0" cy="737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C7443B-D44B-459D-86BD-A06F73C261F2}"/>
              </a:ext>
            </a:extLst>
          </p:cNvPr>
          <p:cNvCxnSpPr>
            <a:cxnSpLocks/>
            <a:endCxn id="14" idx="0"/>
          </p:cNvCxnSpPr>
          <p:nvPr>
            <p:custDataLst>
              <p:custData r:id="rId6"/>
            </p:custDataLst>
          </p:nvPr>
        </p:nvCxnSpPr>
        <p:spPr>
          <a:xfrm>
            <a:off x="5626894" y="2556244"/>
            <a:ext cx="0" cy="3702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F01799-EE79-4098-8233-3C02BE9668EA}"/>
              </a:ext>
            </a:extLst>
          </p:cNvPr>
          <p:cNvCxnSpPr>
            <a:cxnSpLocks/>
            <a:stCxn id="14" idx="2"/>
            <a:endCxn id="15" idx="0"/>
          </p:cNvCxnSpPr>
          <p:nvPr>
            <p:custDataLst>
              <p:custData r:id="rId7"/>
            </p:custDataLst>
          </p:nvPr>
        </p:nvCxnSpPr>
        <p:spPr>
          <a:xfrm>
            <a:off x="5626894" y="3448815"/>
            <a:ext cx="29369" cy="92868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95EE04-D89F-43D9-83FB-BE61BEAA6D8A}"/>
              </a:ext>
            </a:extLst>
          </p:cNvPr>
          <p:cNvCxnSpPr>
            <a:cxnSpLocks/>
            <a:stCxn id="15" idx="2"/>
            <a:endCxn id="16" idx="1"/>
          </p:cNvCxnSpPr>
          <p:nvPr>
            <p:custDataLst>
              <p:custData r:id="rId8"/>
            </p:custDataLst>
          </p:nvPr>
        </p:nvCxnSpPr>
        <p:spPr>
          <a:xfrm>
            <a:off x="5656263" y="4899789"/>
            <a:ext cx="0" cy="75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944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E049-36A8-4415-87BB-8FFE111A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26F6-CE10-46BB-AC1C-B1844B9E0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defRPr/>
            </a:pPr>
            <a:r>
              <a:rPr lang="en-US" dirty="0"/>
              <a:t>Prefer Trusted Sub-System Pattern</a:t>
            </a:r>
          </a:p>
          <a:p>
            <a:pPr marL="914400" lvl="1" indent="-457200">
              <a:defRPr/>
            </a:pPr>
            <a:r>
              <a:rPr lang="en-US" dirty="0"/>
              <a:t>Every layer Authenticated immediate caller</a:t>
            </a:r>
          </a:p>
          <a:p>
            <a:pPr marL="914400" lvl="1" indent="-457200">
              <a:defRPr/>
            </a:pPr>
            <a:r>
              <a:rPr lang="en-US" dirty="0"/>
              <a:t>Implicitly trusts caller to authenticate its callers</a:t>
            </a:r>
          </a:p>
          <a:p>
            <a:pPr marL="914400" lvl="1" indent="-457200">
              <a:defRPr/>
            </a:pPr>
            <a:r>
              <a:rPr lang="en-US" dirty="0"/>
              <a:t>Authorizes its callers via role-based security</a:t>
            </a:r>
          </a:p>
          <a:p>
            <a:pPr marL="914400" lvl="1" indent="-457200">
              <a:defRPr/>
            </a:pPr>
            <a:r>
              <a:rPr lang="en-US" dirty="0"/>
              <a:t>Identities are not fully propagated downwards</a:t>
            </a:r>
          </a:p>
          <a:p>
            <a:pPr marL="457200" indent="-457200">
              <a:defRPr/>
            </a:pPr>
            <a:r>
              <a:rPr lang="en-US" dirty="0"/>
              <a:t>Every logical layer crossing is authenticated</a:t>
            </a:r>
          </a:p>
          <a:p>
            <a:pPr marL="457200" indent="-457200">
              <a:defRPr/>
            </a:pPr>
            <a:r>
              <a:rPr lang="en-US" dirty="0"/>
              <a:t>Every cross-process calls is authenticated</a:t>
            </a:r>
          </a:p>
          <a:p>
            <a:pPr marL="457200" indent="-457200">
              <a:defRPr/>
            </a:pPr>
            <a:r>
              <a:rPr lang="en-US" dirty="0"/>
              <a:t>Authenticate in-proc calls for message protection</a:t>
            </a:r>
          </a:p>
        </p:txBody>
      </p:sp>
    </p:spTree>
    <p:extLst>
      <p:ext uri="{BB962C8B-B14F-4D97-AF65-F5344CB8AC3E}">
        <p14:creationId xmlns:p14="http://schemas.microsoft.com/office/powerpoint/2010/main" val="2771321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AD0BCE-7BDC-4497-8A9B-BD642835A8D2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767127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B1315D-D511-4F93-B1B7-E451CB5AEF54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064153" y="202723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1F55BB-4780-4ED4-A4F6-4EEB7F063BD0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5064153" y="292652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0FAC53-6094-4A01-A398-EC2BE2271ADE}"/>
              </a:ext>
            </a:extLst>
          </p:cNvPr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5093522" y="4377502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Accessor</a:t>
            </a:r>
          </a:p>
        </p:txBody>
      </p:sp>
      <p:sp>
        <p:nvSpPr>
          <p:cNvPr id="16" name="Cylinder 2">
            <a:extLst>
              <a:ext uri="{FF2B5EF4-FFF2-40B4-BE49-F238E27FC236}">
                <a16:creationId xmlns:a16="http://schemas.microsoft.com/office/drawing/2014/main" id="{9674E57C-0B23-416D-B5A1-D405B7922ED0}"/>
              </a:ext>
            </a:extLst>
          </p:cNvPr>
          <p:cNvSpPr/>
          <p:nvPr/>
        </p:nvSpPr>
        <p:spPr>
          <a:xfrm>
            <a:off x="5283569" y="5653689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700E75-D456-4E51-B59D-97C469A3241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5"/>
            </p:custDataLst>
          </p:nvPr>
        </p:nvCxnSpPr>
        <p:spPr>
          <a:xfrm>
            <a:off x="5626894" y="1289415"/>
            <a:ext cx="0" cy="737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C7443B-D44B-459D-86BD-A06F73C261F2}"/>
              </a:ext>
            </a:extLst>
          </p:cNvPr>
          <p:cNvCxnSpPr>
            <a:cxnSpLocks/>
            <a:endCxn id="14" idx="0"/>
          </p:cNvCxnSpPr>
          <p:nvPr>
            <p:custDataLst>
              <p:custData r:id="rId6"/>
            </p:custDataLst>
          </p:nvPr>
        </p:nvCxnSpPr>
        <p:spPr>
          <a:xfrm>
            <a:off x="5626894" y="2556244"/>
            <a:ext cx="0" cy="3702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F01799-EE79-4098-8233-3C02BE9668EA}"/>
              </a:ext>
            </a:extLst>
          </p:cNvPr>
          <p:cNvCxnSpPr>
            <a:cxnSpLocks/>
            <a:stCxn id="14" idx="2"/>
            <a:endCxn id="15" idx="0"/>
          </p:cNvCxnSpPr>
          <p:nvPr>
            <p:custDataLst>
              <p:custData r:id="rId7"/>
            </p:custDataLst>
          </p:nvPr>
        </p:nvCxnSpPr>
        <p:spPr>
          <a:xfrm>
            <a:off x="5626894" y="3448815"/>
            <a:ext cx="29369" cy="92868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95EE04-D89F-43D9-83FB-BE61BEAA6D8A}"/>
              </a:ext>
            </a:extLst>
          </p:cNvPr>
          <p:cNvCxnSpPr>
            <a:cxnSpLocks/>
            <a:stCxn id="15" idx="2"/>
            <a:endCxn id="16" idx="1"/>
          </p:cNvCxnSpPr>
          <p:nvPr>
            <p:custDataLst>
              <p:custData r:id="rId8"/>
            </p:custDataLst>
          </p:nvPr>
        </p:nvCxnSpPr>
        <p:spPr>
          <a:xfrm>
            <a:off x="5656263" y="4899789"/>
            <a:ext cx="0" cy="75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F179F2E-8801-4910-A7A9-A788F91B4EF2}"/>
              </a:ext>
            </a:extLst>
          </p:cNvPr>
          <p:cNvSpPr/>
          <p:nvPr/>
        </p:nvSpPr>
        <p:spPr>
          <a:xfrm>
            <a:off x="4947539" y="1547931"/>
            <a:ext cx="1417448" cy="122343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A5B3EE-D9C6-49C8-A79C-D0634B09B13C}"/>
              </a:ext>
            </a:extLst>
          </p:cNvPr>
          <p:cNvSpPr/>
          <p:nvPr/>
        </p:nvSpPr>
        <p:spPr>
          <a:xfrm>
            <a:off x="5009385" y="5276739"/>
            <a:ext cx="1417448" cy="122343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47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999E-4C62-40D0-A71B-86CE4ADA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1D3A3-BB02-418F-93C5-B97822651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defRPr/>
            </a:pPr>
            <a:r>
              <a:rPr lang="en-US" dirty="0"/>
              <a:t>Every logical layer crossing is authorized</a:t>
            </a:r>
          </a:p>
          <a:p>
            <a:pPr marL="457200" indent="-457200">
              <a:defRPr/>
            </a:pPr>
            <a:r>
              <a:rPr lang="en-US" dirty="0"/>
              <a:t>Every cross-process call is authorized</a:t>
            </a:r>
          </a:p>
          <a:p>
            <a:pPr marL="457200" indent="-457200">
              <a:defRPr/>
            </a:pPr>
            <a:r>
              <a:rPr lang="en-US" dirty="0"/>
              <a:t>In-Proc calls NOT authorized since sharing identity</a:t>
            </a:r>
          </a:p>
          <a:p>
            <a:pPr marL="457200" indent="-457200">
              <a:defRPr/>
            </a:pPr>
            <a:r>
              <a:rPr lang="en-US" dirty="0"/>
              <a:t>Use Role-Based Authorization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493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>
            <a:extLst>
              <a:ext uri="{FF2B5EF4-FFF2-40B4-BE49-F238E27FC236}">
                <a16:creationId xmlns:a16="http://schemas.microsoft.com/office/drawing/2014/main" id="{DA35EFA0-9C4A-46B7-B468-183FC3657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162877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42D7794E-AE48-411E-91DC-6225D8C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201812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Client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96564CC-2C9F-4681-BD9F-A507825A36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1" y="3883025"/>
            <a:ext cx="78835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8DBB6361-219B-446B-91D2-DB9F0547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073" y="3237641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Logic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5803566B-AB21-4594-9CE3-7EBD14FF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4500" y="5334000"/>
            <a:ext cx="782478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180B5EC2-99A6-48C7-BB6E-0CBCAF91A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4653692"/>
            <a:ext cx="1000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Resource</a:t>
            </a:r>
            <a:b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Access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58A1A9F8-6FCC-4844-9C8E-81681DB63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5989638"/>
            <a:ext cx="623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AD0BCE-7BDC-4497-8A9B-BD642835A8D2}"/>
              </a:ext>
            </a:extLst>
          </p:cNvPr>
          <p:cNvSpPr>
            <a:spLocks noChangeArrowheads="1"/>
          </p:cNvSpPr>
          <p:nvPr>
            <p:custDataLst>
              <p:custData r:id="rId1"/>
            </p:custDataLst>
          </p:nvPr>
        </p:nvSpPr>
        <p:spPr bwMode="auto">
          <a:xfrm>
            <a:off x="5064153" y="767127"/>
            <a:ext cx="1125482" cy="522288"/>
          </a:xfrm>
          <a:prstGeom prst="rect">
            <a:avLst/>
          </a:prstGeom>
          <a:solidFill>
            <a:srgbClr val="99FF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B1315D-D511-4F93-B1B7-E451CB5AEF54}"/>
              </a:ext>
            </a:extLst>
          </p:cNvPr>
          <p:cNvSpPr>
            <a:spLocks noChangeArrowheads="1"/>
          </p:cNvSpPr>
          <p:nvPr>
            <p:custDataLst>
              <p:custData r:id="rId2"/>
            </p:custDataLst>
          </p:nvPr>
        </p:nvSpPr>
        <p:spPr bwMode="auto">
          <a:xfrm>
            <a:off x="5064153" y="202723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1F55BB-4780-4ED4-A4F6-4EEB7F063BD0}"/>
              </a:ext>
            </a:extLst>
          </p:cNvPr>
          <p:cNvSpPr>
            <a:spLocks noChangeArrowheads="1"/>
          </p:cNvSpPr>
          <p:nvPr>
            <p:custDataLst>
              <p:custData r:id="rId3"/>
            </p:custDataLst>
          </p:nvPr>
        </p:nvSpPr>
        <p:spPr bwMode="auto">
          <a:xfrm>
            <a:off x="5064153" y="2926527"/>
            <a:ext cx="1125482" cy="5222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Engine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0FAC53-6094-4A01-A398-EC2BE2271ADE}"/>
              </a:ext>
            </a:extLst>
          </p:cNvPr>
          <p:cNvSpPr>
            <a:spLocks noChangeArrowheads="1"/>
          </p:cNvSpPr>
          <p:nvPr>
            <p:custDataLst>
              <p:custData r:id="rId4"/>
            </p:custDataLst>
          </p:nvPr>
        </p:nvSpPr>
        <p:spPr bwMode="auto">
          <a:xfrm>
            <a:off x="5093522" y="4377502"/>
            <a:ext cx="1125482" cy="5222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 dirty="0">
                <a:solidFill>
                  <a:sysClr val="windowText" lastClr="000000"/>
                </a:solidFill>
                <a:latin typeface="Calibri"/>
              </a:rPr>
              <a:t>Accessor</a:t>
            </a:r>
          </a:p>
        </p:txBody>
      </p:sp>
      <p:sp>
        <p:nvSpPr>
          <p:cNvPr id="16" name="Cylinder 2">
            <a:extLst>
              <a:ext uri="{FF2B5EF4-FFF2-40B4-BE49-F238E27FC236}">
                <a16:creationId xmlns:a16="http://schemas.microsoft.com/office/drawing/2014/main" id="{9674E57C-0B23-416D-B5A1-D405B7922ED0}"/>
              </a:ext>
            </a:extLst>
          </p:cNvPr>
          <p:cNvSpPr/>
          <p:nvPr/>
        </p:nvSpPr>
        <p:spPr>
          <a:xfrm>
            <a:off x="5283569" y="5653689"/>
            <a:ext cx="745388" cy="70818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Calibri"/>
              </a:rPr>
              <a:t>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700E75-D456-4E51-B59D-97C469A32414}"/>
              </a:ext>
            </a:extLst>
          </p:cNvPr>
          <p:cNvCxnSpPr>
            <a:cxnSpLocks/>
            <a:stCxn id="10" idx="2"/>
            <a:endCxn id="11" idx="0"/>
          </p:cNvCxnSpPr>
          <p:nvPr>
            <p:custDataLst>
              <p:custData r:id="rId5"/>
            </p:custDataLst>
          </p:nvPr>
        </p:nvCxnSpPr>
        <p:spPr>
          <a:xfrm>
            <a:off x="5626894" y="1289415"/>
            <a:ext cx="0" cy="737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C7443B-D44B-459D-86BD-A06F73C261F2}"/>
              </a:ext>
            </a:extLst>
          </p:cNvPr>
          <p:cNvCxnSpPr>
            <a:cxnSpLocks/>
            <a:endCxn id="14" idx="0"/>
          </p:cNvCxnSpPr>
          <p:nvPr>
            <p:custDataLst>
              <p:custData r:id="rId6"/>
            </p:custDataLst>
          </p:nvPr>
        </p:nvCxnSpPr>
        <p:spPr>
          <a:xfrm>
            <a:off x="5626894" y="2556244"/>
            <a:ext cx="0" cy="3702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F01799-EE79-4098-8233-3C02BE9668EA}"/>
              </a:ext>
            </a:extLst>
          </p:cNvPr>
          <p:cNvCxnSpPr>
            <a:cxnSpLocks/>
            <a:stCxn id="14" idx="2"/>
            <a:endCxn id="15" idx="0"/>
          </p:cNvCxnSpPr>
          <p:nvPr>
            <p:custDataLst>
              <p:custData r:id="rId7"/>
            </p:custDataLst>
          </p:nvPr>
        </p:nvCxnSpPr>
        <p:spPr>
          <a:xfrm>
            <a:off x="5626894" y="3448815"/>
            <a:ext cx="29369" cy="92868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95EE04-D89F-43D9-83FB-BE61BEAA6D8A}"/>
              </a:ext>
            </a:extLst>
          </p:cNvPr>
          <p:cNvCxnSpPr>
            <a:cxnSpLocks/>
            <a:stCxn id="15" idx="2"/>
            <a:endCxn id="16" idx="1"/>
          </p:cNvCxnSpPr>
          <p:nvPr>
            <p:custDataLst>
              <p:custData r:id="rId8"/>
            </p:custDataLst>
          </p:nvPr>
        </p:nvCxnSpPr>
        <p:spPr>
          <a:xfrm>
            <a:off x="5656263" y="4899789"/>
            <a:ext cx="0" cy="75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775781E-ABCF-46F8-B7BA-62620BA95DAF}"/>
              </a:ext>
            </a:extLst>
          </p:cNvPr>
          <p:cNvSpPr/>
          <p:nvPr/>
        </p:nvSpPr>
        <p:spPr>
          <a:xfrm>
            <a:off x="4947539" y="1581332"/>
            <a:ext cx="1417448" cy="122343"/>
          </a:xfrm>
          <a:prstGeom prst="rect">
            <a:avLst/>
          </a:prstGeom>
          <a:pattFill prst="pct20">
            <a:fgClr>
              <a:srgbClr val="FF0000"/>
            </a:fgClr>
            <a:bgClr>
              <a:schemeClr val="bg1"/>
            </a:bgClr>
          </a:patt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239350-3C5C-4569-9E66-1D636975FFEC}"/>
              </a:ext>
            </a:extLst>
          </p:cNvPr>
          <p:cNvSpPr/>
          <p:nvPr/>
        </p:nvSpPr>
        <p:spPr>
          <a:xfrm>
            <a:off x="4947539" y="5245048"/>
            <a:ext cx="1417448" cy="122343"/>
          </a:xfrm>
          <a:prstGeom prst="rect">
            <a:avLst/>
          </a:prstGeom>
          <a:pattFill prst="pct20">
            <a:fgClr>
              <a:srgbClr val="FF0000"/>
            </a:fgClr>
            <a:bgClr>
              <a:schemeClr val="bg1"/>
            </a:bgClr>
          </a:patt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98251"/>
      </p:ext>
    </p:extLst>
  </p:cSld>
  <p:clrMapOvr>
    <a:masterClrMapping/>
  </p:clrMapOvr>
</p:sld>
</file>

<file path=ppt/theme/theme1.xml><?xml version="1.0" encoding="utf-8"?>
<a:theme xmlns:a="http://schemas.openxmlformats.org/drawingml/2006/main" name="DPL 2019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PL 2019 Theme" id="{30650A79-1B7B-734E-9503-5013EAC25685}" vid="{384BEB40-C666-CA46-B3B7-2292E5E24BB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2.xml"/></Relationships>
</file>

<file path=customXml/_rels/item1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3.xml"/></Relationships>
</file>

<file path=customXml/_rels/item1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4.xml"/></Relationships>
</file>

<file path=customXml/_rels/item1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5.xml"/></Relationships>
</file>

<file path=customXml/_rels/item1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6.xml"/></Relationships>
</file>

<file path=customXml/_rels/item1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7.xml"/></Relationships>
</file>

<file path=customXml/_rels/item1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8.xml"/></Relationships>
</file>

<file path=customXml/_rels/item1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9.xml"/></Relationships>
</file>

<file path=customXml/_rels/item1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0.xml"/></Relationships>
</file>

<file path=customXml/_rels/item1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1.xml"/></Relationships>
</file>

<file path=customXml/_rels/item1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2.xml"/></Relationships>
</file>

<file path=customXml/_rels/item1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3.xml"/></Relationships>
</file>

<file path=customXml/_rels/item1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4.xml"/></Relationships>
</file>

<file path=customXml/_rels/item1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5.xml"/></Relationships>
</file>

<file path=customXml/_rels/item1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6.xml"/></Relationships>
</file>

<file path=customXml/_rels/item1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7.xml"/></Relationships>
</file>

<file path=customXml/_rels/item1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8.xml"/></Relationships>
</file>

<file path=customXml/_rels/item1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9.xml"/></Relationships>
</file>

<file path=customXml/_rels/item1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0.xml"/></Relationships>
</file>

<file path=customXml/_rels/item1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1.xml"/></Relationships>
</file>

<file path=customXml/_rels/item1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2.xml"/></Relationships>
</file>

<file path=customXml/_rels/item1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3.xml"/></Relationships>
</file>

<file path=customXml/_rels/item1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4.xml"/></Relationships>
</file>

<file path=customXml/_rels/item1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5.xml"/></Relationships>
</file>

<file path=customXml/_rels/item1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6.xml"/></Relationships>
</file>

<file path=customXml/_rels/item1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7.xml"/></Relationships>
</file>

<file path=customXml/_rels/item1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8.xml"/></Relationships>
</file>

<file path=customXml/_rels/item1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9.xml"/></Relationships>
</file>

<file path=customXml/_rels/item1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0.xml"/></Relationships>
</file>

<file path=customXml/_rels/item1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1.xml"/></Relationships>
</file>

<file path=customXml/_rels/item1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2.xml"/></Relationships>
</file>

<file path=customXml/_rels/item1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3.xml"/></Relationships>
</file>

<file path=customXml/_rels/item1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4.xml"/></Relationships>
</file>

<file path=customXml/_rels/item1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5.xml"/></Relationships>
</file>

<file path=customXml/_rels/item1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6.xml"/></Relationships>
</file>

<file path=customXml/_rels/item1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7.xml"/></Relationships>
</file>

<file path=customXml/_rels/item1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8.xml"/></Relationships>
</file>

<file path=customXml/_rels/item1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9.xml"/></Relationships>
</file>

<file path=customXml/_rels/item1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0.xml"/></Relationships>
</file>

<file path=customXml/_rels/item1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1.xml"/></Relationships>
</file>

<file path=customXml/_rels/item1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2.xml"/></Relationships>
</file>

<file path=customXml/_rels/item1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3.xml"/></Relationships>
</file>

<file path=customXml/_rels/item1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4.xml"/></Relationships>
</file>

<file path=customXml/_rels/item1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5.xml"/></Relationships>
</file>

<file path=customXml/_rels/item1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6.xml"/></Relationships>
</file>

<file path=customXml/_rels/item1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7.xml"/></Relationships>
</file>

<file path=customXml/_rels/item1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8.xml"/></Relationships>
</file>

<file path=customXml/_rels/item1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9.xml"/></Relationships>
</file>

<file path=customXml/_rels/item1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0.xml"/></Relationships>
</file>

<file path=customXml/_rels/item1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1.xml"/></Relationships>
</file>

<file path=customXml/_rels/item1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2.xml"/></Relationships>
</file>

<file path=customXml/_rels/item1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3.xml"/></Relationships>
</file>

<file path=customXml/_rels/item1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4.xml"/></Relationships>
</file>

<file path=customXml/_rels/item1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5.xml"/></Relationships>
</file>

<file path=customXml/_rels/item1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6.xml"/></Relationships>
</file>

<file path=customXml/_rels/item1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7.xml"/></Relationships>
</file>

<file path=customXml/_rels/item1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8.xml"/></Relationships>
</file>

<file path=customXml/_rels/item1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9.xml"/></Relationships>
</file>

<file path=customXml/_rels/item1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0.xml"/></Relationships>
</file>

<file path=customXml/_rels/item1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1.xml"/></Relationships>
</file>

<file path=customXml/_rels/item1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2.xml"/></Relationships>
</file>

<file path=customXml/_rels/item1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3.xml"/></Relationships>
</file>

<file path=customXml/_rels/item1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4.xml"/></Relationships>
</file>

<file path=customXml/_rels/item1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5.xml"/></Relationships>
</file>

<file path=customXml/_rels/item1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6.xml"/></Relationships>
</file>

<file path=customXml/_rels/item1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7.xml"/></Relationships>
</file>

<file path=customXml/_rels/item1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8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B7826CB6F6384CB48C4CA50453E652" ma:contentTypeVersion="12" ma:contentTypeDescription="Create a new document." ma:contentTypeScope="" ma:versionID="37d730df6a343e4212e4a79a943e89fb">
  <xsd:schema xmlns:xsd="http://www.w3.org/2001/XMLSchema" xmlns:xs="http://www.w3.org/2001/XMLSchema" xmlns:p="http://schemas.microsoft.com/office/2006/metadata/properties" xmlns:ns3="9f43233b-48af-4ed0-b98a-13166c8578a1" xmlns:ns4="975f8a3a-5f20-40df-92cc-29a99cf1c262" targetNamespace="http://schemas.microsoft.com/office/2006/metadata/properties" ma:root="true" ma:fieldsID="f0de0ca64e8ebcd015fc22df0a54d08d" ns3:_="" ns4:_="">
    <xsd:import namespace="9f43233b-48af-4ed0-b98a-13166c8578a1"/>
    <xsd:import namespace="975f8a3a-5f20-40df-92cc-29a99cf1c26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3:SharedWithDetails" minOccurs="0"/>
                <xsd:element ref="ns3:SharingHintHash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43233b-48af-4ed0-b98a-13166c8578a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f8a3a-5f20-40df-92cc-29a99cf1c2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6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8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9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0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2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3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4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8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9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0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1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3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24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2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26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2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2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2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30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31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3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33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3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35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36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37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38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3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40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41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4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4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44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45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46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4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48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49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50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51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52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53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54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5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5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5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5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59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60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61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62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63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6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6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6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6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6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6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7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71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72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73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74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7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7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7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78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7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8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81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82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83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8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8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8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8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8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8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9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91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92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93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94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9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9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9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98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9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0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01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02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0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0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05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0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0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0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0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1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11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12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13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1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1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1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1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1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1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22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2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24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5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6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2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30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3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32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3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3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35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3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3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3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3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0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4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4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43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4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5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6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49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5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51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52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5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54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5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56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5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58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59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60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6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6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6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64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6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66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67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68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69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70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71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72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73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74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75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76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77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78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7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8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81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82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83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84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85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86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8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8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89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90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91.xml><?xml version="1.0" encoding="utf-8"?>
<Control xmlns="http://schemas.microsoft.com/VisualStudio/2011/storyboarding/control">
  <Id Name="d482a5dc-5de4-4cf6-a910-eb44bfa6e9a4" Revision="1" Stencil="7746dd87-5966-4527-8973-eb23703d2dc8" StencilVersion="1.0"/>
</Control>
</file>

<file path=customXml/item192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93.xml><?xml version="1.0" encoding="utf-8"?>
<Control xmlns="http://schemas.microsoft.com/VisualStudio/2011/storyboarding/control">
  <Id Name="d98e5846-eb84-45a5-ad99-f573dfacb019" Revision="1" Stencil="7746dd87-5966-4527-8973-eb23703d2dc8" StencilVersion="1.0"/>
</Control>
</file>

<file path=customXml/item194.xml><?xml version="1.0" encoding="utf-8"?>
<Control xmlns="http://schemas.microsoft.com/VisualStudio/2011/storyboarding/control">
  <Id Name="8b0a7cfb-880b-4f95-b7bd-3c0068967a34" Revision="1" Stencil="7746dd87-5966-4527-8973-eb23703d2dc8" StencilVersion="1.0"/>
</Control>
</file>

<file path=customXml/item195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96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97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198.xml><?xml version="1.0" encoding="utf-8"?>
<Control xmlns="http://schemas.microsoft.com/VisualStudio/2011/storyboarding/control">
  <Id Name="6afb9c97-048d-47e6-b477-6346796a5f69" Revision="1" Stencil="7746dd87-5966-4527-8973-eb23703d2dc8" StencilVersion="1.0"/>
</Control>
</file>

<file path=customXml/itemProps1.xml><?xml version="1.0" encoding="utf-8"?>
<ds:datastoreItem xmlns:ds="http://schemas.openxmlformats.org/officeDocument/2006/customXml" ds:itemID="{A42348AA-805E-45EB-BF76-4C30998716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D4D593-6A95-4372-8A3F-10AC1BB60B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43233b-48af-4ed0-b98a-13166c8578a1"/>
    <ds:schemaRef ds:uri="975f8a3a-5f20-40df-92cc-29a99cf1c2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8DAAD3-CEF8-40FD-89B2-EC1CCCD48A9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4424CB6A-0FD1-40D7-8B1B-7B9AB58DFBC6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85375570-66FD-4822-9D7D-6F7E741ED9B8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446F7AA9-8008-44CF-ADFD-9EB382887304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8117F40F-5232-478A-9080-25FA34C7C3ED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9422A1FA-1A19-4B5E-8157-F28F7FB5EDDC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FD75F44E-6DA5-42E8-928F-7F42E53ED67A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0B188E92-9DF2-4EAA-8F83-42AFBD1813CC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C7C7C06D-9E2A-4A4D-94A0-8C53D6D62CF3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CB73D1A9-7FEA-48F7-AA7F-ED74FB3BC7B2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E73BFEFF-445B-4D1F-B359-50B24776A326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95F73191-645A-43AC-AC97-CCE1AA1B68C4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3B2BB8BE-EC8A-4922-97A1-790205E3ECB7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F3913E34-2961-4C3B-B719-90FA92949CA2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EBA5B29B-88A1-443D-A3B9-F342C4A49D4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1A3D13C8-F5D8-4D95-8F04-27177CA9FBB0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649A140B-CE34-42AB-915F-D647AB7EF38B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B5C4EFC0-7C91-484C-AE40-87581FC55511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D606283C-1774-45FD-BF63-36254CE13640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9F739929-5DA7-41CD-BDA8-0FA849486DAC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4993FBD3-2B91-4C93-923D-769DA3280BEA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E872BBBC-11A2-4E99-BF0F-86E83407E09D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6D632BD9-3861-4472-A702-8BFA9FA5F4C6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44793FA7-E3E0-4AA5-A6E8-710FA1DFD834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ACA74BC6-169B-4644-AA2F-C30C477EAD39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AF70CCFC-3DA5-4D0A-BC41-3E1B3C77029A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5B4A37CF-D554-4D6F-AB31-5965959B30D4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44D8FF14-950E-44D9-87BE-ED9DABB36300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1428E348-9001-431D-8799-9ABD29A509C6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C806E453-5257-4841-95CA-6C452FA775B6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8FDA1EB5-5F1F-40D0-81E5-A2362CD842F9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C8F01ACC-4C9C-49B8-9E4A-9D518AE95ACC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A97D0614-C15E-4F53-A312-3F08011C93A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4930C475-F357-4219-BF4B-94BF15349101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1DB0F6A2-AF94-441E-A6AE-AAC803CC2C52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2AC2AA1F-C83E-46AB-B07A-0454A4D8C0CA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6370B463-F70F-45E6-BBD5-FFE640D2A745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1194B1EC-6E20-4BE7-8B99-E96C4A3A5F53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D95A74AA-1F4F-4D9D-BD17-6B8794F70CB5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27794A0E-A043-4214-8D0B-B283472D99CF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02D6E069-FC95-4C96-942C-F916CD477DB6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EF27A68A-EF7A-4C6D-BBD8-66BAA0E2D3F5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3BC46042-1A10-406B-940C-39E6EB95C98B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AF6C0BD0-7680-4B3E-A6C7-069117FFFBF0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3B7866B2-610A-496E-8616-51FE5F8AB785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9E893486-D98E-47CA-8D76-71C58AC4518A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A9F01FB9-229E-4450-8B9C-A2FFE1B5C5A7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2DB8E760-FC4F-4998-AFC4-A64AA1D09D6F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D27407D8-ABA5-4666-BC39-664A12CF24E2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AC9F87BF-427A-457C-88FD-7FB3A642803E}">
  <ds:schemaRefs>
    <ds:schemaRef ds:uri="http://schemas.microsoft.com/VisualStudio/2011/storyboarding/control"/>
  </ds:schemaRefs>
</ds:datastoreItem>
</file>

<file path=customXml/itemProps53.xml><?xml version="1.0" encoding="utf-8"?>
<ds:datastoreItem xmlns:ds="http://schemas.openxmlformats.org/officeDocument/2006/customXml" ds:itemID="{392AC4B3-010D-4153-8ADB-475D3BA230A4}">
  <ds:schemaRefs>
    <ds:schemaRef ds:uri="http://schemas.microsoft.com/VisualStudio/2011/storyboarding/control"/>
  </ds:schemaRefs>
</ds:datastoreItem>
</file>

<file path=customXml/itemProps54.xml><?xml version="1.0" encoding="utf-8"?>
<ds:datastoreItem xmlns:ds="http://schemas.openxmlformats.org/officeDocument/2006/customXml" ds:itemID="{FD922003-1E50-4B40-B338-0173D9ABF4A6}">
  <ds:schemaRefs>
    <ds:schemaRef ds:uri="http://schemas.microsoft.com/VisualStudio/2011/storyboarding/control"/>
  </ds:schemaRefs>
</ds:datastoreItem>
</file>

<file path=customXml/itemProps55.xml><?xml version="1.0" encoding="utf-8"?>
<ds:datastoreItem xmlns:ds="http://schemas.openxmlformats.org/officeDocument/2006/customXml" ds:itemID="{0F911AF9-7158-4FE2-853B-BCBC8C88C5A4}">
  <ds:schemaRefs>
    <ds:schemaRef ds:uri="http://schemas.microsoft.com/VisualStudio/2011/storyboarding/control"/>
  </ds:schemaRefs>
</ds:datastoreItem>
</file>

<file path=customXml/itemProps56.xml><?xml version="1.0" encoding="utf-8"?>
<ds:datastoreItem xmlns:ds="http://schemas.openxmlformats.org/officeDocument/2006/customXml" ds:itemID="{B2DA0D25-D993-4061-BA0E-6D4641249076}">
  <ds:schemaRefs>
    <ds:schemaRef ds:uri="http://schemas.microsoft.com/VisualStudio/2011/storyboarding/control"/>
  </ds:schemaRefs>
</ds:datastoreItem>
</file>

<file path=customXml/itemProps57.xml><?xml version="1.0" encoding="utf-8"?>
<ds:datastoreItem xmlns:ds="http://schemas.openxmlformats.org/officeDocument/2006/customXml" ds:itemID="{B5F56B91-AFF1-47D1-9DE9-7F561E50651D}">
  <ds:schemaRefs>
    <ds:schemaRef ds:uri="http://schemas.microsoft.com/VisualStudio/2011/storyboarding/control"/>
  </ds:schemaRefs>
</ds:datastoreItem>
</file>

<file path=customXml/itemProps58.xml><?xml version="1.0" encoding="utf-8"?>
<ds:datastoreItem xmlns:ds="http://schemas.openxmlformats.org/officeDocument/2006/customXml" ds:itemID="{38BB3D26-C09A-4391-AF39-0B7F69B5AFCE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250735E7-B395-40A3-92AF-2EC5C724F587}">
  <ds:schemaRefs>
    <ds:schemaRef ds:uri="http://schemas.microsoft.com/VisualStudio/2011/storyboarding/control"/>
  </ds:schemaRefs>
</ds:datastoreItem>
</file>

<file path=customXml/itemProps60.xml><?xml version="1.0" encoding="utf-8"?>
<ds:datastoreItem xmlns:ds="http://schemas.openxmlformats.org/officeDocument/2006/customXml" ds:itemID="{C2EECBFE-9A65-48C5-A200-D664F55DCD13}">
  <ds:schemaRefs>
    <ds:schemaRef ds:uri="http://schemas.microsoft.com/VisualStudio/2011/storyboarding/control"/>
  </ds:schemaRefs>
</ds:datastoreItem>
</file>

<file path=customXml/itemProps61.xml><?xml version="1.0" encoding="utf-8"?>
<ds:datastoreItem xmlns:ds="http://schemas.openxmlformats.org/officeDocument/2006/customXml" ds:itemID="{8ED4A948-8E26-4F30-BAEA-9F6571ED7D72}">
  <ds:schemaRefs>
    <ds:schemaRef ds:uri="http://schemas.microsoft.com/VisualStudio/2011/storyboarding/control"/>
  </ds:schemaRefs>
</ds:datastoreItem>
</file>

<file path=customXml/itemProps62.xml><?xml version="1.0" encoding="utf-8"?>
<ds:datastoreItem xmlns:ds="http://schemas.openxmlformats.org/officeDocument/2006/customXml" ds:itemID="{6C89E41C-BC6D-428B-9C9B-BA188F7E384F}">
  <ds:schemaRefs>
    <ds:schemaRef ds:uri="http://schemas.microsoft.com/VisualStudio/2011/storyboarding/control"/>
  </ds:schemaRefs>
</ds:datastoreItem>
</file>

<file path=customXml/itemProps63.xml><?xml version="1.0" encoding="utf-8"?>
<ds:datastoreItem xmlns:ds="http://schemas.openxmlformats.org/officeDocument/2006/customXml" ds:itemID="{55322640-FAD4-4FBC-A47F-D3CEFF59CB3C}">
  <ds:schemaRefs>
    <ds:schemaRef ds:uri="http://schemas.microsoft.com/VisualStudio/2011/storyboarding/control"/>
  </ds:schemaRefs>
</ds:datastoreItem>
</file>

<file path=customXml/itemProps64.xml><?xml version="1.0" encoding="utf-8"?>
<ds:datastoreItem xmlns:ds="http://schemas.openxmlformats.org/officeDocument/2006/customXml" ds:itemID="{0965FC0D-6076-4CAC-BFFC-8AC2FAAD8FA4}">
  <ds:schemaRefs>
    <ds:schemaRef ds:uri="http://schemas.microsoft.com/VisualStudio/2011/storyboarding/control"/>
  </ds:schemaRefs>
</ds:datastoreItem>
</file>

<file path=customXml/itemProps65.xml><?xml version="1.0" encoding="utf-8"?>
<ds:datastoreItem xmlns:ds="http://schemas.openxmlformats.org/officeDocument/2006/customXml" ds:itemID="{723D6826-5F70-42E2-B2C6-0A6B35176414}">
  <ds:schemaRefs>
    <ds:schemaRef ds:uri="http://schemas.microsoft.com/VisualStudio/2011/storyboarding/control"/>
  </ds:schemaRefs>
</ds:datastoreItem>
</file>

<file path=customXml/itemProps66.xml><?xml version="1.0" encoding="utf-8"?>
<ds:datastoreItem xmlns:ds="http://schemas.openxmlformats.org/officeDocument/2006/customXml" ds:itemID="{9D22B51C-2DE2-478F-950E-6D7734740AE4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32A09C0E-32E8-447D-8FEB-BD57ED51F164}">
  <ds:schemaRefs>
    <ds:schemaRef ds:uri="http://schemas.microsoft.com/VisualStudio/2011/storyboarding/control"/>
  </ds:schemaRefs>
</ds:datastoreItem>
</file>

<file path=customXml/itemProps68.xml><?xml version="1.0" encoding="utf-8"?>
<ds:datastoreItem xmlns:ds="http://schemas.openxmlformats.org/officeDocument/2006/customXml" ds:itemID="{510A10FF-9DCB-46EF-BDBB-0DEB566BC9C9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7256CF00-D26E-4394-B1F1-3E3000F191D0}">
  <ds:schemaRefs>
    <ds:schemaRef ds:uri="http://schemas.microsoft.com/VisualStudio/2011/storyboarding/control"/>
  </ds:schemaRefs>
</ds:datastoreItem>
</file>

<file path=customXml/itemProps70.xml><?xml version="1.0" encoding="utf-8"?>
<ds:datastoreItem xmlns:ds="http://schemas.openxmlformats.org/officeDocument/2006/customXml" ds:itemID="{E7D79625-6DCA-4F0D-AD10-730AC9838812}">
  <ds:schemaRefs>
    <ds:schemaRef ds:uri="http://schemas.microsoft.com/VisualStudio/2011/storyboarding/control"/>
  </ds:schemaRefs>
</ds:datastoreItem>
</file>

<file path=customXml/itemProps71.xml><?xml version="1.0" encoding="utf-8"?>
<ds:datastoreItem xmlns:ds="http://schemas.openxmlformats.org/officeDocument/2006/customXml" ds:itemID="{768F6F15-AFC6-4E1C-A2B0-F512DFA6688E}">
  <ds:schemaRefs>
    <ds:schemaRef ds:uri="http://schemas.microsoft.com/VisualStudio/2011/storyboarding/control"/>
  </ds:schemaRefs>
</ds:datastoreItem>
</file>

<file path=customXml/itemProps72.xml><?xml version="1.0" encoding="utf-8"?>
<ds:datastoreItem xmlns:ds="http://schemas.openxmlformats.org/officeDocument/2006/customXml" ds:itemID="{7FAD7AC2-B99A-4889-9502-FB1CD2B27CB7}">
  <ds:schemaRefs>
    <ds:schemaRef ds:uri="http://schemas.microsoft.com/VisualStudio/2011/storyboarding/control"/>
  </ds:schemaRefs>
</ds:datastoreItem>
</file>

<file path=customXml/itemProps73.xml><?xml version="1.0" encoding="utf-8"?>
<ds:datastoreItem xmlns:ds="http://schemas.openxmlformats.org/officeDocument/2006/customXml" ds:itemID="{04F54DAB-0321-44FA-A28C-324A94FD475D}">
  <ds:schemaRefs>
    <ds:schemaRef ds:uri="http://schemas.microsoft.com/VisualStudio/2011/storyboarding/control"/>
  </ds:schemaRefs>
</ds:datastoreItem>
</file>

<file path=customXml/itemProps74.xml><?xml version="1.0" encoding="utf-8"?>
<ds:datastoreItem xmlns:ds="http://schemas.openxmlformats.org/officeDocument/2006/customXml" ds:itemID="{3AE128EA-BB8B-4D47-B3FD-D0DA8BC14815}">
  <ds:schemaRefs>
    <ds:schemaRef ds:uri="http://schemas.microsoft.com/VisualStudio/2011/storyboarding/control"/>
  </ds:schemaRefs>
</ds:datastoreItem>
</file>

<file path=customXml/itemProps75.xml><?xml version="1.0" encoding="utf-8"?>
<ds:datastoreItem xmlns:ds="http://schemas.openxmlformats.org/officeDocument/2006/customXml" ds:itemID="{9DFB0B34-D04B-469E-B453-18409D06F05F}">
  <ds:schemaRefs>
    <ds:schemaRef ds:uri="http://schemas.microsoft.com/VisualStudio/2011/storyboarding/control"/>
  </ds:schemaRefs>
</ds:datastoreItem>
</file>

<file path=customXml/itemProps76.xml><?xml version="1.0" encoding="utf-8"?>
<ds:datastoreItem xmlns:ds="http://schemas.openxmlformats.org/officeDocument/2006/customXml" ds:itemID="{A977DE09-06B5-44D2-BE12-436A37E35AD6}">
  <ds:schemaRefs>
    <ds:schemaRef ds:uri="http://schemas.microsoft.com/VisualStudio/2011/storyboarding/control"/>
  </ds:schemaRefs>
</ds:datastoreItem>
</file>

<file path=customXml/itemProps77.xml><?xml version="1.0" encoding="utf-8"?>
<ds:datastoreItem xmlns:ds="http://schemas.openxmlformats.org/officeDocument/2006/customXml" ds:itemID="{B8858530-9823-429F-9E26-92D3757FDF44}">
  <ds:schemaRefs>
    <ds:schemaRef ds:uri="http://schemas.microsoft.com/VisualStudio/2011/storyboarding/control"/>
  </ds:schemaRefs>
</ds:datastoreItem>
</file>

<file path=customXml/itemProps78.xml><?xml version="1.0" encoding="utf-8"?>
<ds:datastoreItem xmlns:ds="http://schemas.openxmlformats.org/officeDocument/2006/customXml" ds:itemID="{B74A85A1-A16D-41A0-9D2A-F3A4323A1AC0}">
  <ds:schemaRefs>
    <ds:schemaRef ds:uri="http://schemas.microsoft.com/VisualStudio/2011/storyboarding/control"/>
  </ds:schemaRefs>
</ds:datastoreItem>
</file>

<file path=customXml/itemProps79.xml><?xml version="1.0" encoding="utf-8"?>
<ds:datastoreItem xmlns:ds="http://schemas.openxmlformats.org/officeDocument/2006/customXml" ds:itemID="{A717802B-319C-4AFD-ACA3-71C25E96752B}">
  <ds:schemaRefs>
    <ds:schemaRef ds:uri="http://schemas.microsoft.com/VisualStudio/2011/storyboarding/control"/>
  </ds:schemaRefs>
</ds:datastoreItem>
</file>

<file path=customXml/itemProps80.xml><?xml version="1.0" encoding="utf-8"?>
<ds:datastoreItem xmlns:ds="http://schemas.openxmlformats.org/officeDocument/2006/customXml" ds:itemID="{57C1BEC3-88C6-447A-A865-5600016FCB7A}">
  <ds:schemaRefs>
    <ds:schemaRef ds:uri="http://schemas.microsoft.com/VisualStudio/2011/storyboarding/control"/>
  </ds:schemaRefs>
</ds:datastoreItem>
</file>

<file path=customXml/itemProps81.xml><?xml version="1.0" encoding="utf-8"?>
<ds:datastoreItem xmlns:ds="http://schemas.openxmlformats.org/officeDocument/2006/customXml" ds:itemID="{7337A658-65BA-4386-864E-BC946F3A5AEF}">
  <ds:schemaRefs>
    <ds:schemaRef ds:uri="http://schemas.microsoft.com/VisualStudio/2011/storyboarding/control"/>
  </ds:schemaRefs>
</ds:datastoreItem>
</file>

<file path=customXml/itemProps82.xml><?xml version="1.0" encoding="utf-8"?>
<ds:datastoreItem xmlns:ds="http://schemas.openxmlformats.org/officeDocument/2006/customXml" ds:itemID="{DD0BF8C7-FC0C-4F33-9136-67B11831B770}">
  <ds:schemaRefs>
    <ds:schemaRef ds:uri="http://schemas.microsoft.com/VisualStudio/2011/storyboarding/control"/>
  </ds:schemaRefs>
</ds:datastoreItem>
</file>

<file path=customXml/itemProps83.xml><?xml version="1.0" encoding="utf-8"?>
<ds:datastoreItem xmlns:ds="http://schemas.openxmlformats.org/officeDocument/2006/customXml" ds:itemID="{F575C448-430E-4F5D-B613-AE6CEC9D6083}">
  <ds:schemaRefs>
    <ds:schemaRef ds:uri="http://schemas.microsoft.com/VisualStudio/2011/storyboarding/control"/>
  </ds:schemaRefs>
</ds:datastoreItem>
</file>

<file path=customXml/itemProps84.xml><?xml version="1.0" encoding="utf-8"?>
<ds:datastoreItem xmlns:ds="http://schemas.openxmlformats.org/officeDocument/2006/customXml" ds:itemID="{B936FCB9-C7CF-4FFE-8ACD-5AE2CF041CE3}">
  <ds:schemaRefs>
    <ds:schemaRef ds:uri="http://schemas.microsoft.com/VisualStudio/2011/storyboarding/control"/>
  </ds:schemaRefs>
</ds:datastoreItem>
</file>

<file path=customXml/itemProps85.xml><?xml version="1.0" encoding="utf-8"?>
<ds:datastoreItem xmlns:ds="http://schemas.openxmlformats.org/officeDocument/2006/customXml" ds:itemID="{DC011BFB-D85B-4D44-B9ED-7C1126133894}">
  <ds:schemaRefs>
    <ds:schemaRef ds:uri="http://schemas.microsoft.com/VisualStudio/2011/storyboarding/control"/>
  </ds:schemaRefs>
</ds:datastoreItem>
</file>

<file path=customXml/itemProps86.xml><?xml version="1.0" encoding="utf-8"?>
<ds:datastoreItem xmlns:ds="http://schemas.openxmlformats.org/officeDocument/2006/customXml" ds:itemID="{28FC6275-FD3E-4794-9452-76F110576023}">
  <ds:schemaRefs>
    <ds:schemaRef ds:uri="http://schemas.microsoft.com/VisualStudio/2011/storyboarding/control"/>
  </ds:schemaRefs>
</ds:datastoreItem>
</file>

<file path=customXml/itemProps87.xml><?xml version="1.0" encoding="utf-8"?>
<ds:datastoreItem xmlns:ds="http://schemas.openxmlformats.org/officeDocument/2006/customXml" ds:itemID="{161E2987-9E2A-46AE-B636-1E51FFF30F0B}">
  <ds:schemaRefs>
    <ds:schemaRef ds:uri="http://schemas.microsoft.com/VisualStudio/2011/storyboarding/control"/>
  </ds:schemaRefs>
</ds:datastoreItem>
</file>

<file path=customXml/itemProps88.xml><?xml version="1.0" encoding="utf-8"?>
<ds:datastoreItem xmlns:ds="http://schemas.openxmlformats.org/officeDocument/2006/customXml" ds:itemID="{7B6D54E7-C439-405B-988B-3EE024F05CA8}">
  <ds:schemaRefs>
    <ds:schemaRef ds:uri="http://schemas.microsoft.com/VisualStudio/2011/storyboarding/control"/>
  </ds:schemaRefs>
</ds:datastoreItem>
</file>

<file path=customXml/itemProps89.xml><?xml version="1.0" encoding="utf-8"?>
<ds:datastoreItem xmlns:ds="http://schemas.openxmlformats.org/officeDocument/2006/customXml" ds:itemID="{1C18E1D2-DED7-4EBC-A8E8-D62D4A14789F}">
  <ds:schemaRefs>
    <ds:schemaRef ds:uri="http://schemas.microsoft.com/VisualStudio/2011/storyboarding/control"/>
  </ds:schemaRefs>
</ds:datastoreItem>
</file>

<file path=customXml/itemProps90.xml><?xml version="1.0" encoding="utf-8"?>
<ds:datastoreItem xmlns:ds="http://schemas.openxmlformats.org/officeDocument/2006/customXml" ds:itemID="{4DD54D90-0816-4B88-A00E-8EAD970E59A8}">
  <ds:schemaRefs>
    <ds:schemaRef ds:uri="http://schemas.microsoft.com/VisualStudio/2011/storyboarding/control"/>
  </ds:schemaRefs>
</ds:datastoreItem>
</file>

<file path=customXml/itemProps91.xml><?xml version="1.0" encoding="utf-8"?>
<ds:datastoreItem xmlns:ds="http://schemas.openxmlformats.org/officeDocument/2006/customXml" ds:itemID="{F604A064-1BED-483D-81FE-28F1126B8C5B}">
  <ds:schemaRefs>
    <ds:schemaRef ds:uri="http://schemas.microsoft.com/VisualStudio/2011/storyboarding/control"/>
  </ds:schemaRefs>
</ds:datastoreItem>
</file>

<file path=customXml/itemProps92.xml><?xml version="1.0" encoding="utf-8"?>
<ds:datastoreItem xmlns:ds="http://schemas.openxmlformats.org/officeDocument/2006/customXml" ds:itemID="{70DC1986-99CC-41C7-82F8-3129346216C5}">
  <ds:schemaRefs>
    <ds:schemaRef ds:uri="http://schemas.microsoft.com/VisualStudio/2011/storyboarding/control"/>
  </ds:schemaRefs>
</ds:datastoreItem>
</file>

<file path=customXml/itemProps93.xml><?xml version="1.0" encoding="utf-8"?>
<ds:datastoreItem xmlns:ds="http://schemas.openxmlformats.org/officeDocument/2006/customXml" ds:itemID="{B12887AF-DC87-460A-8E39-F270C167FFC0}">
  <ds:schemaRefs>
    <ds:schemaRef ds:uri="http://schemas.microsoft.com/VisualStudio/2011/storyboarding/control"/>
  </ds:schemaRefs>
</ds:datastoreItem>
</file>

<file path=customXml/itemProps94.xml><?xml version="1.0" encoding="utf-8"?>
<ds:datastoreItem xmlns:ds="http://schemas.openxmlformats.org/officeDocument/2006/customXml" ds:itemID="{66567307-F887-4276-8C6B-199095C56839}">
  <ds:schemaRefs>
    <ds:schemaRef ds:uri="http://schemas.microsoft.com/VisualStudio/2011/storyboarding/control"/>
  </ds:schemaRefs>
</ds:datastoreItem>
</file>

<file path=customXml/itemProps95.xml><?xml version="1.0" encoding="utf-8"?>
<ds:datastoreItem xmlns:ds="http://schemas.openxmlformats.org/officeDocument/2006/customXml" ds:itemID="{35A0C29A-1F0F-4064-BFDB-D10ADC1AA9D7}">
  <ds:schemaRefs>
    <ds:schemaRef ds:uri="http://schemas.microsoft.com/VisualStudio/2011/storyboarding/control"/>
  </ds:schemaRefs>
</ds:datastoreItem>
</file>

<file path=customXml/itemProps96.xml><?xml version="1.0" encoding="utf-8"?>
<ds:datastoreItem xmlns:ds="http://schemas.openxmlformats.org/officeDocument/2006/customXml" ds:itemID="{2597DCFF-3FF1-4401-990E-BEF7C0CACC14}">
  <ds:schemaRefs>
    <ds:schemaRef ds:uri="http://schemas.microsoft.com/VisualStudio/2011/storyboarding/control"/>
  </ds:schemaRefs>
</ds:datastoreItem>
</file>

<file path=customXml/itemProps97.xml><?xml version="1.0" encoding="utf-8"?>
<ds:datastoreItem xmlns:ds="http://schemas.openxmlformats.org/officeDocument/2006/customXml" ds:itemID="{07F72846-FED3-4E9F-85CC-875A2511C4DF}">
  <ds:schemaRefs>
    <ds:schemaRef ds:uri="http://schemas.microsoft.com/VisualStudio/2011/storyboarding/control"/>
  </ds:schemaRefs>
</ds:datastoreItem>
</file>

<file path=customXml/itemProps98.xml><?xml version="1.0" encoding="utf-8"?>
<ds:datastoreItem xmlns:ds="http://schemas.openxmlformats.org/officeDocument/2006/customXml" ds:itemID="{72A27048-F697-410B-B89B-5EB1950908D9}">
  <ds:schemaRefs>
    <ds:schemaRef ds:uri="http://schemas.microsoft.com/VisualStudio/2011/storyboarding/control"/>
  </ds:schemaRefs>
</ds:datastoreItem>
</file>

<file path=customXml/itemProps99.xml><?xml version="1.0" encoding="utf-8"?>
<ds:datastoreItem xmlns:ds="http://schemas.openxmlformats.org/officeDocument/2006/customXml" ds:itemID="{3074F7F4-35DA-4D59-86F3-B06ACFEB1F90}">
  <ds:schemaRefs>
    <ds:schemaRef ds:uri="http://schemas.microsoft.com/VisualStudio/2011/storyboarding/control"/>
  </ds:schemaRefs>
</ds:datastoreItem>
</file>

<file path=customXml/itemProps100.xml><?xml version="1.0" encoding="utf-8"?>
<ds:datastoreItem xmlns:ds="http://schemas.openxmlformats.org/officeDocument/2006/customXml" ds:itemID="{BFF20832-350A-4279-B702-BCFC659A6A71}">
  <ds:schemaRefs>
    <ds:schemaRef ds:uri="http://schemas.microsoft.com/VisualStudio/2011/storyboarding/control"/>
  </ds:schemaRefs>
</ds:datastoreItem>
</file>

<file path=customXml/itemProps101.xml><?xml version="1.0" encoding="utf-8"?>
<ds:datastoreItem xmlns:ds="http://schemas.openxmlformats.org/officeDocument/2006/customXml" ds:itemID="{58A84CCB-A03B-4035-9CC1-0AD684117417}">
  <ds:schemaRefs>
    <ds:schemaRef ds:uri="http://schemas.microsoft.com/VisualStudio/2011/storyboarding/control"/>
  </ds:schemaRefs>
</ds:datastoreItem>
</file>

<file path=customXml/itemProps102.xml><?xml version="1.0" encoding="utf-8"?>
<ds:datastoreItem xmlns:ds="http://schemas.openxmlformats.org/officeDocument/2006/customXml" ds:itemID="{351A6B4A-6D30-42D2-A8D7-C918E4946C12}">
  <ds:schemaRefs>
    <ds:schemaRef ds:uri="http://schemas.microsoft.com/VisualStudio/2011/storyboarding/control"/>
  </ds:schemaRefs>
</ds:datastoreItem>
</file>

<file path=customXml/itemProps103.xml><?xml version="1.0" encoding="utf-8"?>
<ds:datastoreItem xmlns:ds="http://schemas.openxmlformats.org/officeDocument/2006/customXml" ds:itemID="{8D6D02D9-D6E3-4587-8E16-449CFE350185}">
  <ds:schemaRefs>
    <ds:schemaRef ds:uri="http://schemas.microsoft.com/VisualStudio/2011/storyboarding/control"/>
  </ds:schemaRefs>
</ds:datastoreItem>
</file>

<file path=customXml/itemProps104.xml><?xml version="1.0" encoding="utf-8"?>
<ds:datastoreItem xmlns:ds="http://schemas.openxmlformats.org/officeDocument/2006/customXml" ds:itemID="{7AD1221A-BC15-43CB-832A-9BD981DA65BF}">
  <ds:schemaRefs>
    <ds:schemaRef ds:uri="http://schemas.microsoft.com/VisualStudio/2011/storyboarding/control"/>
  </ds:schemaRefs>
</ds:datastoreItem>
</file>

<file path=customXml/itemProps105.xml><?xml version="1.0" encoding="utf-8"?>
<ds:datastoreItem xmlns:ds="http://schemas.openxmlformats.org/officeDocument/2006/customXml" ds:itemID="{46931D2E-4EE8-4D2C-8309-F95FA077991D}">
  <ds:schemaRefs>
    <ds:schemaRef ds:uri="http://schemas.microsoft.com/VisualStudio/2011/storyboarding/control"/>
  </ds:schemaRefs>
</ds:datastoreItem>
</file>

<file path=customXml/itemProps106.xml><?xml version="1.0" encoding="utf-8"?>
<ds:datastoreItem xmlns:ds="http://schemas.openxmlformats.org/officeDocument/2006/customXml" ds:itemID="{733660CA-0B2C-43B2-800B-2A1683B4FAEC}">
  <ds:schemaRefs>
    <ds:schemaRef ds:uri="http://schemas.microsoft.com/VisualStudio/2011/storyboarding/control"/>
  </ds:schemaRefs>
</ds:datastoreItem>
</file>

<file path=customXml/itemProps107.xml><?xml version="1.0" encoding="utf-8"?>
<ds:datastoreItem xmlns:ds="http://schemas.openxmlformats.org/officeDocument/2006/customXml" ds:itemID="{9F651BDD-CB27-43A4-AAED-7A88455A3AA2}">
  <ds:schemaRefs>
    <ds:schemaRef ds:uri="http://schemas.microsoft.com/VisualStudio/2011/storyboarding/control"/>
  </ds:schemaRefs>
</ds:datastoreItem>
</file>

<file path=customXml/itemProps108.xml><?xml version="1.0" encoding="utf-8"?>
<ds:datastoreItem xmlns:ds="http://schemas.openxmlformats.org/officeDocument/2006/customXml" ds:itemID="{BB26264B-4029-4871-A9E6-4A53CA0A92BA}">
  <ds:schemaRefs>
    <ds:schemaRef ds:uri="http://schemas.microsoft.com/VisualStudio/2011/storyboarding/control"/>
  </ds:schemaRefs>
</ds:datastoreItem>
</file>

<file path=customXml/itemProps109.xml><?xml version="1.0" encoding="utf-8"?>
<ds:datastoreItem xmlns:ds="http://schemas.openxmlformats.org/officeDocument/2006/customXml" ds:itemID="{97FC404B-BF3D-41BA-BB81-99604A28DF02}">
  <ds:schemaRefs>
    <ds:schemaRef ds:uri="http://schemas.microsoft.com/VisualStudio/2011/storyboarding/control"/>
  </ds:schemaRefs>
</ds:datastoreItem>
</file>

<file path=customXml/itemProps110.xml><?xml version="1.0" encoding="utf-8"?>
<ds:datastoreItem xmlns:ds="http://schemas.openxmlformats.org/officeDocument/2006/customXml" ds:itemID="{CCD9A529-3680-432C-98BD-4C77BB22644B}">
  <ds:schemaRefs>
    <ds:schemaRef ds:uri="http://schemas.microsoft.com/VisualStudio/2011/storyboarding/control"/>
  </ds:schemaRefs>
</ds:datastoreItem>
</file>

<file path=customXml/itemProps111.xml><?xml version="1.0" encoding="utf-8"?>
<ds:datastoreItem xmlns:ds="http://schemas.openxmlformats.org/officeDocument/2006/customXml" ds:itemID="{A2E36910-DE7F-43C0-BA40-F57F6782934E}">
  <ds:schemaRefs>
    <ds:schemaRef ds:uri="http://schemas.microsoft.com/VisualStudio/2011/storyboarding/control"/>
  </ds:schemaRefs>
</ds:datastoreItem>
</file>

<file path=customXml/itemProps112.xml><?xml version="1.0" encoding="utf-8"?>
<ds:datastoreItem xmlns:ds="http://schemas.openxmlformats.org/officeDocument/2006/customXml" ds:itemID="{3DA90588-4C39-477D-ABB1-6309C200B70B}">
  <ds:schemaRefs>
    <ds:schemaRef ds:uri="http://schemas.microsoft.com/VisualStudio/2011/storyboarding/control"/>
  </ds:schemaRefs>
</ds:datastoreItem>
</file>

<file path=customXml/itemProps113.xml><?xml version="1.0" encoding="utf-8"?>
<ds:datastoreItem xmlns:ds="http://schemas.openxmlformats.org/officeDocument/2006/customXml" ds:itemID="{0165B43B-C211-480E-85D1-F15D1850364C}">
  <ds:schemaRefs>
    <ds:schemaRef ds:uri="http://schemas.microsoft.com/VisualStudio/2011/storyboarding/control"/>
  </ds:schemaRefs>
</ds:datastoreItem>
</file>

<file path=customXml/itemProps114.xml><?xml version="1.0" encoding="utf-8"?>
<ds:datastoreItem xmlns:ds="http://schemas.openxmlformats.org/officeDocument/2006/customXml" ds:itemID="{559050E1-445B-45A8-B71E-7817E3626257}">
  <ds:schemaRefs>
    <ds:schemaRef ds:uri="http://schemas.microsoft.com/VisualStudio/2011/storyboarding/control"/>
  </ds:schemaRefs>
</ds:datastoreItem>
</file>

<file path=customXml/itemProps115.xml><?xml version="1.0" encoding="utf-8"?>
<ds:datastoreItem xmlns:ds="http://schemas.openxmlformats.org/officeDocument/2006/customXml" ds:itemID="{C5E7D3E6-2912-418F-94FC-692A53F34BFB}">
  <ds:schemaRefs>
    <ds:schemaRef ds:uri="http://schemas.microsoft.com/VisualStudio/2011/storyboarding/control"/>
  </ds:schemaRefs>
</ds:datastoreItem>
</file>

<file path=customXml/itemProps116.xml><?xml version="1.0" encoding="utf-8"?>
<ds:datastoreItem xmlns:ds="http://schemas.openxmlformats.org/officeDocument/2006/customXml" ds:itemID="{14CC764D-231E-41E4-A38A-0F69A4E8DB28}">
  <ds:schemaRefs>
    <ds:schemaRef ds:uri="http://schemas.microsoft.com/VisualStudio/2011/storyboarding/control"/>
  </ds:schemaRefs>
</ds:datastoreItem>
</file>

<file path=customXml/itemProps117.xml><?xml version="1.0" encoding="utf-8"?>
<ds:datastoreItem xmlns:ds="http://schemas.openxmlformats.org/officeDocument/2006/customXml" ds:itemID="{D51F9DF7-3962-4CA0-9617-D39990A96166}">
  <ds:schemaRefs>
    <ds:schemaRef ds:uri="http://schemas.microsoft.com/VisualStudio/2011/storyboarding/control"/>
  </ds:schemaRefs>
</ds:datastoreItem>
</file>

<file path=customXml/itemProps118.xml><?xml version="1.0" encoding="utf-8"?>
<ds:datastoreItem xmlns:ds="http://schemas.openxmlformats.org/officeDocument/2006/customXml" ds:itemID="{D062E64D-E14D-487F-BA94-68E2D3D270D5}">
  <ds:schemaRefs>
    <ds:schemaRef ds:uri="http://schemas.microsoft.com/VisualStudio/2011/storyboarding/control"/>
  </ds:schemaRefs>
</ds:datastoreItem>
</file>

<file path=customXml/itemProps119.xml><?xml version="1.0" encoding="utf-8"?>
<ds:datastoreItem xmlns:ds="http://schemas.openxmlformats.org/officeDocument/2006/customXml" ds:itemID="{CA2E91AC-EC9F-4B1A-8BDD-28121B465A3F}">
  <ds:schemaRefs>
    <ds:schemaRef ds:uri="http://schemas.microsoft.com/VisualStudio/2011/storyboarding/control"/>
  </ds:schemaRefs>
</ds:datastoreItem>
</file>

<file path=customXml/itemProps120.xml><?xml version="1.0" encoding="utf-8"?>
<ds:datastoreItem xmlns:ds="http://schemas.openxmlformats.org/officeDocument/2006/customXml" ds:itemID="{D5B01189-2B6E-4833-8EEB-9BB7DD86C521}">
  <ds:schemaRefs>
    <ds:schemaRef ds:uri="http://schemas.microsoft.com/VisualStudio/2011/storyboarding/control"/>
  </ds:schemaRefs>
</ds:datastoreItem>
</file>

<file path=customXml/itemProps121.xml><?xml version="1.0" encoding="utf-8"?>
<ds:datastoreItem xmlns:ds="http://schemas.openxmlformats.org/officeDocument/2006/customXml" ds:itemID="{A77239CA-FAF2-446A-8C13-896CEA8FC1BD}">
  <ds:schemaRefs>
    <ds:schemaRef ds:uri="http://schemas.microsoft.com/VisualStudio/2011/storyboarding/control"/>
  </ds:schemaRefs>
</ds:datastoreItem>
</file>

<file path=customXml/itemProps122.xml><?xml version="1.0" encoding="utf-8"?>
<ds:datastoreItem xmlns:ds="http://schemas.openxmlformats.org/officeDocument/2006/customXml" ds:itemID="{6D2D1F01-32E8-4BCF-B2AC-B3D71771BFFC}">
  <ds:schemaRefs>
    <ds:schemaRef ds:uri="http://schemas.microsoft.com/VisualStudio/2011/storyboarding/control"/>
  </ds:schemaRefs>
</ds:datastoreItem>
</file>

<file path=customXml/itemProps123.xml><?xml version="1.0" encoding="utf-8"?>
<ds:datastoreItem xmlns:ds="http://schemas.openxmlformats.org/officeDocument/2006/customXml" ds:itemID="{889BA696-F10B-47C9-B557-FAD0D873D658}">
  <ds:schemaRefs>
    <ds:schemaRef ds:uri="http://schemas.microsoft.com/VisualStudio/2011/storyboarding/control"/>
  </ds:schemaRefs>
</ds:datastoreItem>
</file>

<file path=customXml/itemProps124.xml><?xml version="1.0" encoding="utf-8"?>
<ds:datastoreItem xmlns:ds="http://schemas.openxmlformats.org/officeDocument/2006/customXml" ds:itemID="{0A0092C2-2F0F-4014-81A0-E78AAFCFB1D9}">
  <ds:schemaRefs>
    <ds:schemaRef ds:uri="http://schemas.microsoft.com/VisualStudio/2011/storyboarding/control"/>
  </ds:schemaRefs>
</ds:datastoreItem>
</file>

<file path=customXml/itemProps125.xml><?xml version="1.0" encoding="utf-8"?>
<ds:datastoreItem xmlns:ds="http://schemas.openxmlformats.org/officeDocument/2006/customXml" ds:itemID="{3FB566AF-FD5D-47CC-AFD7-811352883A19}">
  <ds:schemaRefs>
    <ds:schemaRef ds:uri="http://schemas.microsoft.com/VisualStudio/2011/storyboarding/control"/>
  </ds:schemaRefs>
</ds:datastoreItem>
</file>

<file path=customXml/itemProps126.xml><?xml version="1.0" encoding="utf-8"?>
<ds:datastoreItem xmlns:ds="http://schemas.openxmlformats.org/officeDocument/2006/customXml" ds:itemID="{108255D1-BE44-4207-A3EA-CFA33D5B03F2}">
  <ds:schemaRefs>
    <ds:schemaRef ds:uri="http://schemas.microsoft.com/VisualStudio/2011/storyboarding/control"/>
  </ds:schemaRefs>
</ds:datastoreItem>
</file>

<file path=customXml/itemProps127.xml><?xml version="1.0" encoding="utf-8"?>
<ds:datastoreItem xmlns:ds="http://schemas.openxmlformats.org/officeDocument/2006/customXml" ds:itemID="{4449CB4C-660A-4763-ADF3-73108F83D79A}">
  <ds:schemaRefs>
    <ds:schemaRef ds:uri="http://schemas.microsoft.com/VisualStudio/2011/storyboarding/control"/>
  </ds:schemaRefs>
</ds:datastoreItem>
</file>

<file path=customXml/itemProps128.xml><?xml version="1.0" encoding="utf-8"?>
<ds:datastoreItem xmlns:ds="http://schemas.openxmlformats.org/officeDocument/2006/customXml" ds:itemID="{F60D06F8-038F-4C96-8E05-19CB00179A34}">
  <ds:schemaRefs>
    <ds:schemaRef ds:uri="http://schemas.microsoft.com/VisualStudio/2011/storyboarding/control"/>
  </ds:schemaRefs>
</ds:datastoreItem>
</file>

<file path=customXml/itemProps129.xml><?xml version="1.0" encoding="utf-8"?>
<ds:datastoreItem xmlns:ds="http://schemas.openxmlformats.org/officeDocument/2006/customXml" ds:itemID="{EA66C712-C49F-4367-B294-7D0750DEB721}">
  <ds:schemaRefs>
    <ds:schemaRef ds:uri="http://schemas.microsoft.com/VisualStudio/2011/storyboarding/control"/>
  </ds:schemaRefs>
</ds:datastoreItem>
</file>

<file path=customXml/itemProps130.xml><?xml version="1.0" encoding="utf-8"?>
<ds:datastoreItem xmlns:ds="http://schemas.openxmlformats.org/officeDocument/2006/customXml" ds:itemID="{3E9E1A2B-88C5-4F78-B44F-8FA60FCB6A55}">
  <ds:schemaRefs>
    <ds:schemaRef ds:uri="http://schemas.microsoft.com/VisualStudio/2011/storyboarding/control"/>
  </ds:schemaRefs>
</ds:datastoreItem>
</file>

<file path=customXml/itemProps131.xml><?xml version="1.0" encoding="utf-8"?>
<ds:datastoreItem xmlns:ds="http://schemas.openxmlformats.org/officeDocument/2006/customXml" ds:itemID="{D2142FFF-8A42-4E66-9C17-ABD26591C927}">
  <ds:schemaRefs>
    <ds:schemaRef ds:uri="http://schemas.microsoft.com/VisualStudio/2011/storyboarding/control"/>
  </ds:schemaRefs>
</ds:datastoreItem>
</file>

<file path=customXml/itemProps132.xml><?xml version="1.0" encoding="utf-8"?>
<ds:datastoreItem xmlns:ds="http://schemas.openxmlformats.org/officeDocument/2006/customXml" ds:itemID="{927A2B07-6040-4909-ACDD-4A90629117E8}">
  <ds:schemaRefs>
    <ds:schemaRef ds:uri="http://schemas.microsoft.com/VisualStudio/2011/storyboarding/control"/>
  </ds:schemaRefs>
</ds:datastoreItem>
</file>

<file path=customXml/itemProps133.xml><?xml version="1.0" encoding="utf-8"?>
<ds:datastoreItem xmlns:ds="http://schemas.openxmlformats.org/officeDocument/2006/customXml" ds:itemID="{ECF3D29B-610F-4E93-806B-D051A77ECBC2}">
  <ds:schemaRefs>
    <ds:schemaRef ds:uri="http://schemas.microsoft.com/VisualStudio/2011/storyboarding/control"/>
  </ds:schemaRefs>
</ds:datastoreItem>
</file>

<file path=customXml/itemProps134.xml><?xml version="1.0" encoding="utf-8"?>
<ds:datastoreItem xmlns:ds="http://schemas.openxmlformats.org/officeDocument/2006/customXml" ds:itemID="{9271132F-E4EA-40A3-BE2C-0D4C971C248F}">
  <ds:schemaRefs>
    <ds:schemaRef ds:uri="http://schemas.microsoft.com/VisualStudio/2011/storyboarding/control"/>
  </ds:schemaRefs>
</ds:datastoreItem>
</file>

<file path=customXml/itemProps135.xml><?xml version="1.0" encoding="utf-8"?>
<ds:datastoreItem xmlns:ds="http://schemas.openxmlformats.org/officeDocument/2006/customXml" ds:itemID="{B0710126-F1B2-41D1-B214-EDB24214E925}">
  <ds:schemaRefs>
    <ds:schemaRef ds:uri="http://schemas.microsoft.com/VisualStudio/2011/storyboarding/control"/>
  </ds:schemaRefs>
</ds:datastoreItem>
</file>

<file path=customXml/itemProps136.xml><?xml version="1.0" encoding="utf-8"?>
<ds:datastoreItem xmlns:ds="http://schemas.openxmlformats.org/officeDocument/2006/customXml" ds:itemID="{A38D10E5-0A16-42E5-A0FE-9E848498A822}">
  <ds:schemaRefs>
    <ds:schemaRef ds:uri="http://schemas.microsoft.com/VisualStudio/2011/storyboarding/control"/>
  </ds:schemaRefs>
</ds:datastoreItem>
</file>

<file path=customXml/itemProps137.xml><?xml version="1.0" encoding="utf-8"?>
<ds:datastoreItem xmlns:ds="http://schemas.openxmlformats.org/officeDocument/2006/customXml" ds:itemID="{A960F5FA-9038-44CF-B203-E88D2D5A4799}">
  <ds:schemaRefs>
    <ds:schemaRef ds:uri="http://schemas.microsoft.com/VisualStudio/2011/storyboarding/control"/>
  </ds:schemaRefs>
</ds:datastoreItem>
</file>

<file path=customXml/itemProps138.xml><?xml version="1.0" encoding="utf-8"?>
<ds:datastoreItem xmlns:ds="http://schemas.openxmlformats.org/officeDocument/2006/customXml" ds:itemID="{C37AD98D-D6EA-4A1F-AAEF-AD7A4EEE3D05}">
  <ds:schemaRefs>
    <ds:schemaRef ds:uri="http://schemas.microsoft.com/VisualStudio/2011/storyboarding/control"/>
  </ds:schemaRefs>
</ds:datastoreItem>
</file>

<file path=customXml/itemProps139.xml><?xml version="1.0" encoding="utf-8"?>
<ds:datastoreItem xmlns:ds="http://schemas.openxmlformats.org/officeDocument/2006/customXml" ds:itemID="{DE1B2243-C345-4492-AC84-42169416A4AB}">
  <ds:schemaRefs>
    <ds:schemaRef ds:uri="http://schemas.microsoft.com/VisualStudio/2011/storyboarding/control"/>
  </ds:schemaRefs>
</ds:datastoreItem>
</file>

<file path=customXml/itemProps140.xml><?xml version="1.0" encoding="utf-8"?>
<ds:datastoreItem xmlns:ds="http://schemas.openxmlformats.org/officeDocument/2006/customXml" ds:itemID="{ED63A8FD-2E23-4C64-AB22-24C9EB8FBDA8}">
  <ds:schemaRefs>
    <ds:schemaRef ds:uri="http://schemas.microsoft.com/VisualStudio/2011/storyboarding/control"/>
  </ds:schemaRefs>
</ds:datastoreItem>
</file>

<file path=customXml/itemProps141.xml><?xml version="1.0" encoding="utf-8"?>
<ds:datastoreItem xmlns:ds="http://schemas.openxmlformats.org/officeDocument/2006/customXml" ds:itemID="{7772E464-806A-47B9-9FD6-DB306C8062D4}">
  <ds:schemaRefs>
    <ds:schemaRef ds:uri="http://schemas.microsoft.com/VisualStudio/2011/storyboarding/control"/>
  </ds:schemaRefs>
</ds:datastoreItem>
</file>

<file path=customXml/itemProps142.xml><?xml version="1.0" encoding="utf-8"?>
<ds:datastoreItem xmlns:ds="http://schemas.openxmlformats.org/officeDocument/2006/customXml" ds:itemID="{080112D4-E6C4-4B3B-974D-1D4B2CDBE33A}">
  <ds:schemaRefs>
    <ds:schemaRef ds:uri="http://schemas.microsoft.com/VisualStudio/2011/storyboarding/control"/>
  </ds:schemaRefs>
</ds:datastoreItem>
</file>

<file path=customXml/itemProps143.xml><?xml version="1.0" encoding="utf-8"?>
<ds:datastoreItem xmlns:ds="http://schemas.openxmlformats.org/officeDocument/2006/customXml" ds:itemID="{8F9F83C3-C5DF-44E7-99F5-78F789B7DBC3}">
  <ds:schemaRefs>
    <ds:schemaRef ds:uri="http://schemas.microsoft.com/VisualStudio/2011/storyboarding/control"/>
  </ds:schemaRefs>
</ds:datastoreItem>
</file>

<file path=customXml/itemProps144.xml><?xml version="1.0" encoding="utf-8"?>
<ds:datastoreItem xmlns:ds="http://schemas.openxmlformats.org/officeDocument/2006/customXml" ds:itemID="{95AE5E0A-3B35-4BC2-AAAB-8BA474B084AB}">
  <ds:schemaRefs>
    <ds:schemaRef ds:uri="http://schemas.microsoft.com/VisualStudio/2011/storyboarding/control"/>
  </ds:schemaRefs>
</ds:datastoreItem>
</file>

<file path=customXml/itemProps145.xml><?xml version="1.0" encoding="utf-8"?>
<ds:datastoreItem xmlns:ds="http://schemas.openxmlformats.org/officeDocument/2006/customXml" ds:itemID="{E316D68C-1778-4E3E-A9AC-890446432013}">
  <ds:schemaRefs>
    <ds:schemaRef ds:uri="http://schemas.microsoft.com/VisualStudio/2011/storyboarding/control"/>
  </ds:schemaRefs>
</ds:datastoreItem>
</file>

<file path=customXml/itemProps146.xml><?xml version="1.0" encoding="utf-8"?>
<ds:datastoreItem xmlns:ds="http://schemas.openxmlformats.org/officeDocument/2006/customXml" ds:itemID="{4B143DD2-9FA0-433F-A7A5-A17D94AFB61C}">
  <ds:schemaRefs>
    <ds:schemaRef ds:uri="http://schemas.microsoft.com/VisualStudio/2011/storyboarding/control"/>
  </ds:schemaRefs>
</ds:datastoreItem>
</file>

<file path=customXml/itemProps147.xml><?xml version="1.0" encoding="utf-8"?>
<ds:datastoreItem xmlns:ds="http://schemas.openxmlformats.org/officeDocument/2006/customXml" ds:itemID="{4E8C3FBB-5E07-4C06-8C8F-DD191D5B8053}">
  <ds:schemaRefs>
    <ds:schemaRef ds:uri="http://schemas.microsoft.com/VisualStudio/2011/storyboarding/control"/>
  </ds:schemaRefs>
</ds:datastoreItem>
</file>

<file path=customXml/itemProps148.xml><?xml version="1.0" encoding="utf-8"?>
<ds:datastoreItem xmlns:ds="http://schemas.openxmlformats.org/officeDocument/2006/customXml" ds:itemID="{263F1675-FFBD-4AA3-82C2-141330CEA7DC}">
  <ds:schemaRefs>
    <ds:schemaRef ds:uri="http://schemas.microsoft.com/VisualStudio/2011/storyboarding/control"/>
  </ds:schemaRefs>
</ds:datastoreItem>
</file>

<file path=customXml/itemProps149.xml><?xml version="1.0" encoding="utf-8"?>
<ds:datastoreItem xmlns:ds="http://schemas.openxmlformats.org/officeDocument/2006/customXml" ds:itemID="{99B821D5-57FF-49CE-9592-6A9407E85DFC}">
  <ds:schemaRefs>
    <ds:schemaRef ds:uri="http://schemas.microsoft.com/VisualStudio/2011/storyboarding/control"/>
  </ds:schemaRefs>
</ds:datastoreItem>
</file>

<file path=customXml/itemProps150.xml><?xml version="1.0" encoding="utf-8"?>
<ds:datastoreItem xmlns:ds="http://schemas.openxmlformats.org/officeDocument/2006/customXml" ds:itemID="{CC366B04-8069-4760-A380-18FA7E23B8EE}">
  <ds:schemaRefs>
    <ds:schemaRef ds:uri="http://schemas.microsoft.com/VisualStudio/2011/storyboarding/control"/>
  </ds:schemaRefs>
</ds:datastoreItem>
</file>

<file path=customXml/itemProps151.xml><?xml version="1.0" encoding="utf-8"?>
<ds:datastoreItem xmlns:ds="http://schemas.openxmlformats.org/officeDocument/2006/customXml" ds:itemID="{73DAFF3C-F182-40DD-A346-1AD98B112550}">
  <ds:schemaRefs>
    <ds:schemaRef ds:uri="http://schemas.microsoft.com/VisualStudio/2011/storyboarding/control"/>
  </ds:schemaRefs>
</ds:datastoreItem>
</file>

<file path=customXml/itemProps152.xml><?xml version="1.0" encoding="utf-8"?>
<ds:datastoreItem xmlns:ds="http://schemas.openxmlformats.org/officeDocument/2006/customXml" ds:itemID="{F5AA3B83-5E98-49D3-86D0-9A2BC6692179}">
  <ds:schemaRefs>
    <ds:schemaRef ds:uri="http://schemas.microsoft.com/VisualStudio/2011/storyboarding/control"/>
  </ds:schemaRefs>
</ds:datastoreItem>
</file>

<file path=customXml/itemProps153.xml><?xml version="1.0" encoding="utf-8"?>
<ds:datastoreItem xmlns:ds="http://schemas.openxmlformats.org/officeDocument/2006/customXml" ds:itemID="{4A96B05E-EA92-4766-917C-665A3E0951CC}">
  <ds:schemaRefs>
    <ds:schemaRef ds:uri="http://schemas.microsoft.com/VisualStudio/2011/storyboarding/control"/>
  </ds:schemaRefs>
</ds:datastoreItem>
</file>

<file path=customXml/itemProps154.xml><?xml version="1.0" encoding="utf-8"?>
<ds:datastoreItem xmlns:ds="http://schemas.openxmlformats.org/officeDocument/2006/customXml" ds:itemID="{B1F88540-0188-4809-9C6E-80D95D300BF7}">
  <ds:schemaRefs>
    <ds:schemaRef ds:uri="http://schemas.microsoft.com/VisualStudio/2011/storyboarding/control"/>
  </ds:schemaRefs>
</ds:datastoreItem>
</file>

<file path=customXml/itemProps155.xml><?xml version="1.0" encoding="utf-8"?>
<ds:datastoreItem xmlns:ds="http://schemas.openxmlformats.org/officeDocument/2006/customXml" ds:itemID="{8D99A6F0-C364-4EBE-ADE1-D17BE7564F99}">
  <ds:schemaRefs>
    <ds:schemaRef ds:uri="http://schemas.microsoft.com/VisualStudio/2011/storyboarding/control"/>
  </ds:schemaRefs>
</ds:datastoreItem>
</file>

<file path=customXml/itemProps156.xml><?xml version="1.0" encoding="utf-8"?>
<ds:datastoreItem xmlns:ds="http://schemas.openxmlformats.org/officeDocument/2006/customXml" ds:itemID="{064813F4-33B7-443B-8040-8BC685F9622A}">
  <ds:schemaRefs>
    <ds:schemaRef ds:uri="http://schemas.microsoft.com/VisualStudio/2011/storyboarding/control"/>
  </ds:schemaRefs>
</ds:datastoreItem>
</file>

<file path=customXml/itemProps157.xml><?xml version="1.0" encoding="utf-8"?>
<ds:datastoreItem xmlns:ds="http://schemas.openxmlformats.org/officeDocument/2006/customXml" ds:itemID="{904814D0-1414-4F0C-B1B6-C9E757D2F647}">
  <ds:schemaRefs>
    <ds:schemaRef ds:uri="http://schemas.microsoft.com/VisualStudio/2011/storyboarding/control"/>
  </ds:schemaRefs>
</ds:datastoreItem>
</file>

<file path=customXml/itemProps158.xml><?xml version="1.0" encoding="utf-8"?>
<ds:datastoreItem xmlns:ds="http://schemas.openxmlformats.org/officeDocument/2006/customXml" ds:itemID="{21EDB1D0-0FC3-46FC-AD9F-44E6E63DEF40}">
  <ds:schemaRefs>
    <ds:schemaRef ds:uri="http://schemas.microsoft.com/VisualStudio/2011/storyboarding/control"/>
  </ds:schemaRefs>
</ds:datastoreItem>
</file>

<file path=customXml/itemProps159.xml><?xml version="1.0" encoding="utf-8"?>
<ds:datastoreItem xmlns:ds="http://schemas.openxmlformats.org/officeDocument/2006/customXml" ds:itemID="{1ED0B545-C1B0-4F9F-B43B-970E28296FBD}">
  <ds:schemaRefs>
    <ds:schemaRef ds:uri="http://schemas.microsoft.com/VisualStudio/2011/storyboarding/control"/>
  </ds:schemaRefs>
</ds:datastoreItem>
</file>

<file path=customXml/itemProps160.xml><?xml version="1.0" encoding="utf-8"?>
<ds:datastoreItem xmlns:ds="http://schemas.openxmlformats.org/officeDocument/2006/customXml" ds:itemID="{6224D91B-40F4-4BD1-91A3-0C861D5EBCAA}">
  <ds:schemaRefs>
    <ds:schemaRef ds:uri="http://schemas.microsoft.com/VisualStudio/2011/storyboarding/control"/>
  </ds:schemaRefs>
</ds:datastoreItem>
</file>

<file path=customXml/itemProps161.xml><?xml version="1.0" encoding="utf-8"?>
<ds:datastoreItem xmlns:ds="http://schemas.openxmlformats.org/officeDocument/2006/customXml" ds:itemID="{08FADD7A-AF65-48CE-8F80-9DC8A1C4B8B6}">
  <ds:schemaRefs>
    <ds:schemaRef ds:uri="http://schemas.microsoft.com/VisualStudio/2011/storyboarding/control"/>
  </ds:schemaRefs>
</ds:datastoreItem>
</file>

<file path=customXml/itemProps162.xml><?xml version="1.0" encoding="utf-8"?>
<ds:datastoreItem xmlns:ds="http://schemas.openxmlformats.org/officeDocument/2006/customXml" ds:itemID="{37AD7F10-3108-4E7D-9225-FE869B04E7AA}">
  <ds:schemaRefs>
    <ds:schemaRef ds:uri="http://schemas.microsoft.com/VisualStudio/2011/storyboarding/control"/>
  </ds:schemaRefs>
</ds:datastoreItem>
</file>

<file path=customXml/itemProps163.xml><?xml version="1.0" encoding="utf-8"?>
<ds:datastoreItem xmlns:ds="http://schemas.openxmlformats.org/officeDocument/2006/customXml" ds:itemID="{23847540-1A60-4363-8D1C-7543E38D3EA9}">
  <ds:schemaRefs>
    <ds:schemaRef ds:uri="http://schemas.microsoft.com/VisualStudio/2011/storyboarding/control"/>
  </ds:schemaRefs>
</ds:datastoreItem>
</file>

<file path=customXml/itemProps164.xml><?xml version="1.0" encoding="utf-8"?>
<ds:datastoreItem xmlns:ds="http://schemas.openxmlformats.org/officeDocument/2006/customXml" ds:itemID="{5A031A3C-9203-4491-AD60-E5A407A4ADA5}">
  <ds:schemaRefs>
    <ds:schemaRef ds:uri="http://schemas.microsoft.com/VisualStudio/2011/storyboarding/control"/>
  </ds:schemaRefs>
</ds:datastoreItem>
</file>

<file path=customXml/itemProps165.xml><?xml version="1.0" encoding="utf-8"?>
<ds:datastoreItem xmlns:ds="http://schemas.openxmlformats.org/officeDocument/2006/customXml" ds:itemID="{82BBD9CB-3E0D-4F70-B7A3-2956DCD0654B}">
  <ds:schemaRefs>
    <ds:schemaRef ds:uri="http://schemas.microsoft.com/VisualStudio/2011/storyboarding/control"/>
  </ds:schemaRefs>
</ds:datastoreItem>
</file>

<file path=customXml/itemProps166.xml><?xml version="1.0" encoding="utf-8"?>
<ds:datastoreItem xmlns:ds="http://schemas.openxmlformats.org/officeDocument/2006/customXml" ds:itemID="{22B3C3F1-15A2-45FA-80EF-E4A062C3E812}">
  <ds:schemaRefs>
    <ds:schemaRef ds:uri="http://schemas.microsoft.com/VisualStudio/2011/storyboarding/control"/>
  </ds:schemaRefs>
</ds:datastoreItem>
</file>

<file path=customXml/itemProps167.xml><?xml version="1.0" encoding="utf-8"?>
<ds:datastoreItem xmlns:ds="http://schemas.openxmlformats.org/officeDocument/2006/customXml" ds:itemID="{81F5C216-287F-458C-95EF-55B91B44F7D2}">
  <ds:schemaRefs>
    <ds:schemaRef ds:uri="http://schemas.microsoft.com/VisualStudio/2011/storyboarding/control"/>
  </ds:schemaRefs>
</ds:datastoreItem>
</file>

<file path=customXml/itemProps168.xml><?xml version="1.0" encoding="utf-8"?>
<ds:datastoreItem xmlns:ds="http://schemas.openxmlformats.org/officeDocument/2006/customXml" ds:itemID="{22182D76-9A70-4441-9B38-B8B4B7CE42F7}">
  <ds:schemaRefs>
    <ds:schemaRef ds:uri="http://schemas.microsoft.com/VisualStudio/2011/storyboarding/control"/>
  </ds:schemaRefs>
</ds:datastoreItem>
</file>

<file path=customXml/itemProps169.xml><?xml version="1.0" encoding="utf-8"?>
<ds:datastoreItem xmlns:ds="http://schemas.openxmlformats.org/officeDocument/2006/customXml" ds:itemID="{4CE34A7E-200E-409F-A2B5-9C6329A48FDB}">
  <ds:schemaRefs>
    <ds:schemaRef ds:uri="http://schemas.microsoft.com/VisualStudio/2011/storyboarding/control"/>
  </ds:schemaRefs>
</ds:datastoreItem>
</file>

<file path=customXml/itemProps170.xml><?xml version="1.0" encoding="utf-8"?>
<ds:datastoreItem xmlns:ds="http://schemas.openxmlformats.org/officeDocument/2006/customXml" ds:itemID="{74059022-E440-46E1-A857-F912521AC47D}">
  <ds:schemaRefs>
    <ds:schemaRef ds:uri="http://schemas.microsoft.com/VisualStudio/2011/storyboarding/control"/>
  </ds:schemaRefs>
</ds:datastoreItem>
</file>

<file path=customXml/itemProps171.xml><?xml version="1.0" encoding="utf-8"?>
<ds:datastoreItem xmlns:ds="http://schemas.openxmlformats.org/officeDocument/2006/customXml" ds:itemID="{C5F74E7F-619F-4A42-989C-751963B05181}">
  <ds:schemaRefs>
    <ds:schemaRef ds:uri="http://schemas.microsoft.com/VisualStudio/2011/storyboarding/control"/>
  </ds:schemaRefs>
</ds:datastoreItem>
</file>

<file path=customXml/itemProps172.xml><?xml version="1.0" encoding="utf-8"?>
<ds:datastoreItem xmlns:ds="http://schemas.openxmlformats.org/officeDocument/2006/customXml" ds:itemID="{77A60BD3-36F2-4EF6-B5B0-7125CBF8DF92}">
  <ds:schemaRefs>
    <ds:schemaRef ds:uri="http://schemas.microsoft.com/VisualStudio/2011/storyboarding/control"/>
  </ds:schemaRefs>
</ds:datastoreItem>
</file>

<file path=customXml/itemProps173.xml><?xml version="1.0" encoding="utf-8"?>
<ds:datastoreItem xmlns:ds="http://schemas.openxmlformats.org/officeDocument/2006/customXml" ds:itemID="{1A11E224-0613-4CC8-97C5-9CF662368C74}">
  <ds:schemaRefs>
    <ds:schemaRef ds:uri="http://schemas.microsoft.com/VisualStudio/2011/storyboarding/control"/>
  </ds:schemaRefs>
</ds:datastoreItem>
</file>

<file path=customXml/itemProps174.xml><?xml version="1.0" encoding="utf-8"?>
<ds:datastoreItem xmlns:ds="http://schemas.openxmlformats.org/officeDocument/2006/customXml" ds:itemID="{2C6FB1D7-685F-48B2-A5F2-9DBA8CD28900}">
  <ds:schemaRefs>
    <ds:schemaRef ds:uri="http://schemas.microsoft.com/VisualStudio/2011/storyboarding/control"/>
  </ds:schemaRefs>
</ds:datastoreItem>
</file>

<file path=customXml/itemProps175.xml><?xml version="1.0" encoding="utf-8"?>
<ds:datastoreItem xmlns:ds="http://schemas.openxmlformats.org/officeDocument/2006/customXml" ds:itemID="{8A01F1C0-18BF-4A5D-BE05-6BB8EC2D7D59}">
  <ds:schemaRefs>
    <ds:schemaRef ds:uri="http://schemas.microsoft.com/VisualStudio/2011/storyboarding/control"/>
  </ds:schemaRefs>
</ds:datastoreItem>
</file>

<file path=customXml/itemProps176.xml><?xml version="1.0" encoding="utf-8"?>
<ds:datastoreItem xmlns:ds="http://schemas.openxmlformats.org/officeDocument/2006/customXml" ds:itemID="{9C40CDB0-4255-4FC2-BC1B-C99D380BAD5A}">
  <ds:schemaRefs>
    <ds:schemaRef ds:uri="http://schemas.microsoft.com/VisualStudio/2011/storyboarding/control"/>
  </ds:schemaRefs>
</ds:datastoreItem>
</file>

<file path=customXml/itemProps177.xml><?xml version="1.0" encoding="utf-8"?>
<ds:datastoreItem xmlns:ds="http://schemas.openxmlformats.org/officeDocument/2006/customXml" ds:itemID="{2EDD51F6-839F-4F00-82DA-92025F54FF09}">
  <ds:schemaRefs>
    <ds:schemaRef ds:uri="http://schemas.microsoft.com/VisualStudio/2011/storyboarding/control"/>
  </ds:schemaRefs>
</ds:datastoreItem>
</file>

<file path=customXml/itemProps178.xml><?xml version="1.0" encoding="utf-8"?>
<ds:datastoreItem xmlns:ds="http://schemas.openxmlformats.org/officeDocument/2006/customXml" ds:itemID="{66224C1A-CE32-4264-9A99-6C55710C0DB6}">
  <ds:schemaRefs>
    <ds:schemaRef ds:uri="http://schemas.microsoft.com/VisualStudio/2011/storyboarding/control"/>
  </ds:schemaRefs>
</ds:datastoreItem>
</file>

<file path=customXml/itemProps179.xml><?xml version="1.0" encoding="utf-8"?>
<ds:datastoreItem xmlns:ds="http://schemas.openxmlformats.org/officeDocument/2006/customXml" ds:itemID="{44D6A01D-A196-4554-8C31-511E0F09A455}">
  <ds:schemaRefs>
    <ds:schemaRef ds:uri="http://schemas.microsoft.com/VisualStudio/2011/storyboarding/control"/>
  </ds:schemaRefs>
</ds:datastoreItem>
</file>

<file path=customXml/itemProps180.xml><?xml version="1.0" encoding="utf-8"?>
<ds:datastoreItem xmlns:ds="http://schemas.openxmlformats.org/officeDocument/2006/customXml" ds:itemID="{6282DA0F-67A6-4920-8A17-66175D81BF97}">
  <ds:schemaRefs>
    <ds:schemaRef ds:uri="http://schemas.microsoft.com/VisualStudio/2011/storyboarding/control"/>
  </ds:schemaRefs>
</ds:datastoreItem>
</file>

<file path=customXml/itemProps181.xml><?xml version="1.0" encoding="utf-8"?>
<ds:datastoreItem xmlns:ds="http://schemas.openxmlformats.org/officeDocument/2006/customXml" ds:itemID="{6D82D9CB-1360-4E7A-A09F-3CC6D31393FA}">
  <ds:schemaRefs>
    <ds:schemaRef ds:uri="http://schemas.microsoft.com/VisualStudio/2011/storyboarding/control"/>
  </ds:schemaRefs>
</ds:datastoreItem>
</file>

<file path=customXml/itemProps182.xml><?xml version="1.0" encoding="utf-8"?>
<ds:datastoreItem xmlns:ds="http://schemas.openxmlformats.org/officeDocument/2006/customXml" ds:itemID="{E26C778E-012B-4947-B7F5-4D78CC643394}">
  <ds:schemaRefs>
    <ds:schemaRef ds:uri="http://schemas.microsoft.com/VisualStudio/2011/storyboarding/control"/>
  </ds:schemaRefs>
</ds:datastoreItem>
</file>

<file path=customXml/itemProps183.xml><?xml version="1.0" encoding="utf-8"?>
<ds:datastoreItem xmlns:ds="http://schemas.openxmlformats.org/officeDocument/2006/customXml" ds:itemID="{8EB00D52-CFBE-4BAB-8729-7226940D2FF8}">
  <ds:schemaRefs>
    <ds:schemaRef ds:uri="http://schemas.microsoft.com/VisualStudio/2011/storyboarding/control"/>
  </ds:schemaRefs>
</ds:datastoreItem>
</file>

<file path=customXml/itemProps184.xml><?xml version="1.0" encoding="utf-8"?>
<ds:datastoreItem xmlns:ds="http://schemas.openxmlformats.org/officeDocument/2006/customXml" ds:itemID="{B8EF43E5-E472-4D56-8D89-3152D6E11AD2}">
  <ds:schemaRefs>
    <ds:schemaRef ds:uri="http://schemas.microsoft.com/VisualStudio/2011/storyboarding/control"/>
  </ds:schemaRefs>
</ds:datastoreItem>
</file>

<file path=customXml/itemProps185.xml><?xml version="1.0" encoding="utf-8"?>
<ds:datastoreItem xmlns:ds="http://schemas.openxmlformats.org/officeDocument/2006/customXml" ds:itemID="{0349E6EB-706E-41F8-8834-0B35A2787EAC}">
  <ds:schemaRefs>
    <ds:schemaRef ds:uri="http://schemas.microsoft.com/VisualStudio/2011/storyboarding/control"/>
  </ds:schemaRefs>
</ds:datastoreItem>
</file>

<file path=customXml/itemProps186.xml><?xml version="1.0" encoding="utf-8"?>
<ds:datastoreItem xmlns:ds="http://schemas.openxmlformats.org/officeDocument/2006/customXml" ds:itemID="{2C4C3F8A-8FF9-4C25-A8A9-A873513B7118}">
  <ds:schemaRefs>
    <ds:schemaRef ds:uri="http://schemas.microsoft.com/VisualStudio/2011/storyboarding/control"/>
  </ds:schemaRefs>
</ds:datastoreItem>
</file>

<file path=customXml/itemProps187.xml><?xml version="1.0" encoding="utf-8"?>
<ds:datastoreItem xmlns:ds="http://schemas.openxmlformats.org/officeDocument/2006/customXml" ds:itemID="{9FAB0A3E-7D40-4DE1-A5F3-9787FBC75D3C}">
  <ds:schemaRefs>
    <ds:schemaRef ds:uri="http://schemas.microsoft.com/VisualStudio/2011/storyboarding/control"/>
  </ds:schemaRefs>
</ds:datastoreItem>
</file>

<file path=customXml/itemProps188.xml><?xml version="1.0" encoding="utf-8"?>
<ds:datastoreItem xmlns:ds="http://schemas.openxmlformats.org/officeDocument/2006/customXml" ds:itemID="{872DBBC1-BFFF-427E-BEB6-B13AC4534508}">
  <ds:schemaRefs>
    <ds:schemaRef ds:uri="http://schemas.microsoft.com/VisualStudio/2011/storyboarding/control"/>
  </ds:schemaRefs>
</ds:datastoreItem>
</file>

<file path=customXml/itemProps189.xml><?xml version="1.0" encoding="utf-8"?>
<ds:datastoreItem xmlns:ds="http://schemas.openxmlformats.org/officeDocument/2006/customXml" ds:itemID="{B5FA5C0E-EE69-4A8D-BC78-BDEBA9BE5994}">
  <ds:schemaRefs>
    <ds:schemaRef ds:uri="http://schemas.microsoft.com/VisualStudio/2011/storyboarding/control"/>
  </ds:schemaRefs>
</ds:datastoreItem>
</file>

<file path=customXml/itemProps190.xml><?xml version="1.0" encoding="utf-8"?>
<ds:datastoreItem xmlns:ds="http://schemas.openxmlformats.org/officeDocument/2006/customXml" ds:itemID="{41A2EEA9-1A1B-4C91-88D2-346E36E3985D}">
  <ds:schemaRefs>
    <ds:schemaRef ds:uri="http://schemas.microsoft.com/VisualStudio/2011/storyboarding/control"/>
  </ds:schemaRefs>
</ds:datastoreItem>
</file>

<file path=customXml/itemProps191.xml><?xml version="1.0" encoding="utf-8"?>
<ds:datastoreItem xmlns:ds="http://schemas.openxmlformats.org/officeDocument/2006/customXml" ds:itemID="{00EFE8B9-4C4D-4990-B748-C633D68DDFCC}">
  <ds:schemaRefs>
    <ds:schemaRef ds:uri="http://schemas.microsoft.com/VisualStudio/2011/storyboarding/control"/>
  </ds:schemaRefs>
</ds:datastoreItem>
</file>

<file path=customXml/itemProps192.xml><?xml version="1.0" encoding="utf-8"?>
<ds:datastoreItem xmlns:ds="http://schemas.openxmlformats.org/officeDocument/2006/customXml" ds:itemID="{AE52DF11-E8BD-49C5-9555-69B8751AFB52}">
  <ds:schemaRefs>
    <ds:schemaRef ds:uri="http://schemas.microsoft.com/VisualStudio/2011/storyboarding/control"/>
  </ds:schemaRefs>
</ds:datastoreItem>
</file>

<file path=customXml/itemProps193.xml><?xml version="1.0" encoding="utf-8"?>
<ds:datastoreItem xmlns:ds="http://schemas.openxmlformats.org/officeDocument/2006/customXml" ds:itemID="{27F81288-38F2-47D9-8445-93B44C4FBAC1}">
  <ds:schemaRefs>
    <ds:schemaRef ds:uri="http://schemas.microsoft.com/VisualStudio/2011/storyboarding/control"/>
  </ds:schemaRefs>
</ds:datastoreItem>
</file>

<file path=customXml/itemProps194.xml><?xml version="1.0" encoding="utf-8"?>
<ds:datastoreItem xmlns:ds="http://schemas.openxmlformats.org/officeDocument/2006/customXml" ds:itemID="{6895E081-40FD-46AA-9F44-182E8889CA03}">
  <ds:schemaRefs>
    <ds:schemaRef ds:uri="http://schemas.microsoft.com/VisualStudio/2011/storyboarding/control"/>
  </ds:schemaRefs>
</ds:datastoreItem>
</file>

<file path=customXml/itemProps195.xml><?xml version="1.0" encoding="utf-8"?>
<ds:datastoreItem xmlns:ds="http://schemas.openxmlformats.org/officeDocument/2006/customXml" ds:itemID="{A6FBCC9A-3BC2-44C4-AEE9-6C774905F058}">
  <ds:schemaRefs>
    <ds:schemaRef ds:uri="http://schemas.microsoft.com/VisualStudio/2011/storyboarding/control"/>
  </ds:schemaRefs>
</ds:datastoreItem>
</file>

<file path=customXml/itemProps196.xml><?xml version="1.0" encoding="utf-8"?>
<ds:datastoreItem xmlns:ds="http://schemas.openxmlformats.org/officeDocument/2006/customXml" ds:itemID="{B0A821D7-68F6-4211-A070-22455E7DE38B}">
  <ds:schemaRefs>
    <ds:schemaRef ds:uri="http://schemas.microsoft.com/VisualStudio/2011/storyboarding/control"/>
  </ds:schemaRefs>
</ds:datastoreItem>
</file>

<file path=customXml/itemProps197.xml><?xml version="1.0" encoding="utf-8"?>
<ds:datastoreItem xmlns:ds="http://schemas.openxmlformats.org/officeDocument/2006/customXml" ds:itemID="{EE067472-86E7-4ED7-98EC-F854C0F8010B}">
  <ds:schemaRefs>
    <ds:schemaRef ds:uri="http://schemas.microsoft.com/VisualStudio/2011/storyboarding/control"/>
  </ds:schemaRefs>
</ds:datastoreItem>
</file>

<file path=customXml/itemProps198.xml><?xml version="1.0" encoding="utf-8"?>
<ds:datastoreItem xmlns:ds="http://schemas.openxmlformats.org/officeDocument/2006/customXml" ds:itemID="{3DA67BFB-DF8A-4DEF-AB27-1E47C86ED20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DPL 2019 Theme</Template>
  <TotalTime>245</TotalTime>
  <Words>1014</Words>
  <Application>Microsoft Office PowerPoint</Application>
  <PresentationFormat>Widescreen</PresentationFormat>
  <Paragraphs>311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DPL 2019 Theme</vt:lpstr>
      <vt:lpstr>Olsson</vt:lpstr>
      <vt:lpstr>Core Use Cases</vt:lpstr>
      <vt:lpstr>Component Taxonomy</vt:lpstr>
      <vt:lpstr>Static Tiers View</vt:lpstr>
      <vt:lpstr>PowerPoint Presentation</vt:lpstr>
      <vt:lpstr>Architectural Patterns</vt:lpstr>
      <vt:lpstr>Client/API Detailed Interaction Pattern</vt:lpstr>
      <vt:lpstr>Client/API Serverless Detailed Interaction Pattern</vt:lpstr>
      <vt:lpstr>Call Chains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Assemblies</vt:lpstr>
      <vt:lpstr>PowerPoint Presentation</vt:lpstr>
      <vt:lpstr>Processes</vt:lpstr>
      <vt:lpstr>PowerPoint Presentation</vt:lpstr>
      <vt:lpstr>Identities</vt:lpstr>
      <vt:lpstr>PowerPoint Presentation</vt:lpstr>
      <vt:lpstr>Authentication</vt:lpstr>
      <vt:lpstr>PowerPoint Presentation</vt:lpstr>
      <vt:lpstr>Authorization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Andy Unterseher</dc:creator>
  <cp:lastModifiedBy>Nathan Wilkinson</cp:lastModifiedBy>
  <cp:revision>4</cp:revision>
  <dcterms:created xsi:type="dcterms:W3CDTF">2020-01-28T19:55:54Z</dcterms:created>
  <dcterms:modified xsi:type="dcterms:W3CDTF">2020-04-20T13:14:20Z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0x010100CDB7826CB6F6384CB48C4CA50453E652</vt:lpwstr>
  </property>
</Properties>
</file>